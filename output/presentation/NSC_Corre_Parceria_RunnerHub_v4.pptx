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05ad1de3a4004" /><Relationship Type="http://schemas.openxmlformats.org/officeDocument/2006/relationships/extended-properties" Target="/docProps/app.xml" Id="R4fa5171e416f4891" /><Relationship Type="http://schemas.openxmlformats.org/officeDocument/2006/relationships/officeDocument" Target="/ppt/presentation.xml" Id="R1307e68160ea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d8ffd634d4331"/>
  </p:sldMasterIdLst>
  <p:notesMasterIdLst>
    <p:notesMasterId xmlns:r="http://schemas.openxmlformats.org/officeDocument/2006/relationships" r:id="R4fcc9ba221244279"/>
  </p:notesMasterIdLst>
  <p:sldIdLst>
    <p:sldId xmlns:r="http://schemas.openxmlformats.org/officeDocument/2006/relationships" id="256" r:id="Rb1d6156315e7434a"/>
    <p:sldId xmlns:r="http://schemas.openxmlformats.org/officeDocument/2006/relationships" id="257" r:id="R29e4b0d7530f43f2"/>
    <p:sldId xmlns:r="http://schemas.openxmlformats.org/officeDocument/2006/relationships" id="258" r:id="R74e60cd0155441f5"/>
    <p:sldId xmlns:r="http://schemas.openxmlformats.org/officeDocument/2006/relationships" id="259" r:id="R8cad4c25a9f740f1"/>
    <p:sldId xmlns:r="http://schemas.openxmlformats.org/officeDocument/2006/relationships" id="260" r:id="Rd8e99be668764965"/>
    <p:sldId xmlns:r="http://schemas.openxmlformats.org/officeDocument/2006/relationships" id="261" r:id="R3a76c6056c8b4cc5"/>
    <p:sldId xmlns:r="http://schemas.openxmlformats.org/officeDocument/2006/relationships" id="262" r:id="Rbab39788f15d4cac"/>
    <p:sldId xmlns:r="http://schemas.openxmlformats.org/officeDocument/2006/relationships" id="263" r:id="R9dcf70b9205c456f"/>
    <p:sldId xmlns:r="http://schemas.openxmlformats.org/officeDocument/2006/relationships" id="264" r:id="Rffaefaaccad2440d"/>
    <p:sldId xmlns:r="http://schemas.openxmlformats.org/officeDocument/2006/relationships" id="265" r:id="R3b222298358d4630"/>
    <p:sldId xmlns:r="http://schemas.openxmlformats.org/officeDocument/2006/relationships" id="266" r:id="Rd87bef27ddd14885"/>
    <p:sldId xmlns:r="http://schemas.openxmlformats.org/officeDocument/2006/relationships" id="267" r:id="R40fd3e0976a94afd"/>
    <p:sldId xmlns:r="http://schemas.openxmlformats.org/officeDocument/2006/relationships" id="268" r:id="R78d54765b4c44c93"/>
    <p:sldId xmlns:r="http://schemas.openxmlformats.org/officeDocument/2006/relationships" id="269" r:id="Rfee39c96b8bc46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eb003e1864d78" /><Relationship Type="http://schemas.openxmlformats.org/officeDocument/2006/relationships/slideMaster" Target="/ppt/slideMasters/slideMaster1.xml" Id="R4d0d8ffd634d4331" /><Relationship Type="http://schemas.openxmlformats.org/officeDocument/2006/relationships/notesMaster" Target="/ppt/notesMasters/notesMaster1.xml" Id="R4fcc9ba221244279" /><Relationship Type="http://schemas.openxmlformats.org/officeDocument/2006/relationships/presProps" Target="/ppt/presProps.xml" Id="Rf839e6ce5dbc47f5" /><Relationship Type="http://schemas.openxmlformats.org/officeDocument/2006/relationships/tableStyles" Target="/ppt/tableStyles.xml" Id="Raa437fa53a0a471e" /><Relationship Type="http://schemas.openxmlformats.org/officeDocument/2006/relationships/slide" Target="/ppt/slides/slide1.xml" Id="Rb1d6156315e7434a" /><Relationship Type="http://schemas.openxmlformats.org/officeDocument/2006/relationships/slide" Target="/ppt/slides/slide2.xml" Id="R29e4b0d7530f43f2" /><Relationship Type="http://schemas.openxmlformats.org/officeDocument/2006/relationships/slide" Target="/ppt/slides/slide3.xml" Id="R74e60cd0155441f5" /><Relationship Type="http://schemas.openxmlformats.org/officeDocument/2006/relationships/slide" Target="/ppt/slides/slide4.xml" Id="R8cad4c25a9f740f1" /><Relationship Type="http://schemas.openxmlformats.org/officeDocument/2006/relationships/slide" Target="/ppt/slides/slide5.xml" Id="Rd8e99be668764965" /><Relationship Type="http://schemas.openxmlformats.org/officeDocument/2006/relationships/slide" Target="/ppt/slides/slide6.xml" Id="R3a76c6056c8b4cc5" /><Relationship Type="http://schemas.openxmlformats.org/officeDocument/2006/relationships/slide" Target="/ppt/slides/slide7.xml" Id="Rbab39788f15d4cac" /><Relationship Type="http://schemas.openxmlformats.org/officeDocument/2006/relationships/slide" Target="/ppt/slides/slide8.xml" Id="R9dcf70b9205c456f" /><Relationship Type="http://schemas.openxmlformats.org/officeDocument/2006/relationships/slide" Target="/ppt/slides/slide9.xml" Id="Rffaefaaccad2440d" /><Relationship Type="http://schemas.openxmlformats.org/officeDocument/2006/relationships/slide" Target="/ppt/slides/slide10.xml" Id="R3b222298358d4630" /><Relationship Type="http://schemas.openxmlformats.org/officeDocument/2006/relationships/slide" Target="/ppt/slides/slide11.xml" Id="Rd87bef27ddd14885" /><Relationship Type="http://schemas.openxmlformats.org/officeDocument/2006/relationships/slide" Target="/ppt/slides/slide12.xml" Id="R40fd3e0976a94afd" /><Relationship Type="http://schemas.openxmlformats.org/officeDocument/2006/relationships/slide" Target="/ppt/slides/slide13.xml" Id="R78d54765b4c44c93" /><Relationship Type="http://schemas.openxmlformats.org/officeDocument/2006/relationships/slide" Target="/ppt/slides/slide14.xml" Id="Rfee39c96b8bc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169c4f49844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c902f9b4440ba" /><Relationship Type="http://schemas.openxmlformats.org/officeDocument/2006/relationships/notesMaster" Target="/ppt/notesMasters/notesMaster1.xml" Id="R17865b36e434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2f9bded044483d" /><Relationship Type="http://schemas.openxmlformats.org/officeDocument/2006/relationships/notesMaster" Target="/ppt/notesMasters/notesMaster1.xml" Id="R11387c2ae4f74d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47050dbd54966" /><Relationship Type="http://schemas.openxmlformats.org/officeDocument/2006/relationships/notesMaster" Target="/ppt/notesMasters/notesMaster1.xml" Id="Rf165c0bd5205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8383885484990" /><Relationship Type="http://schemas.openxmlformats.org/officeDocument/2006/relationships/notesMaster" Target="/ppt/notesMasters/notesMaster1.xml" Id="Rd2c7e33e750b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a30b5d8c64957" /><Relationship Type="http://schemas.openxmlformats.org/officeDocument/2006/relationships/notesMaster" Target="/ppt/notesMasters/notesMaster1.xml" Id="Rb885d81f13ad4f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8038f8fa24fe8" /><Relationship Type="http://schemas.openxmlformats.org/officeDocument/2006/relationships/notesMaster" Target="/ppt/notesMasters/notesMaster1.xml" Id="R3760e133b62e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8f0a8819345d3" /><Relationship Type="http://schemas.openxmlformats.org/officeDocument/2006/relationships/notesMaster" Target="/ppt/notesMasters/notesMaster1.xml" Id="R511935e54f1340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a6041ea06848e2" /><Relationship Type="http://schemas.openxmlformats.org/officeDocument/2006/relationships/notesMaster" Target="/ppt/notesMasters/notesMaster1.xml" Id="Rae17743cef0740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692a5157ea4b01" /><Relationship Type="http://schemas.openxmlformats.org/officeDocument/2006/relationships/notesMaster" Target="/ppt/notesMasters/notesMaster1.xml" Id="R1e9f74f72b58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6aab3d36fb4134" /><Relationship Type="http://schemas.openxmlformats.org/officeDocument/2006/relationships/notesMaster" Target="/ppt/notesMasters/notesMaster1.xml" Id="R4db5c11a3abb44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c18b3752f4404f" /><Relationship Type="http://schemas.openxmlformats.org/officeDocument/2006/relationships/notesMaster" Target="/ppt/notesMasters/notesMaster1.xml" Id="Rf40cc7c72cc24d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acc50afcc34d48" /><Relationship Type="http://schemas.openxmlformats.org/officeDocument/2006/relationships/notesMaster" Target="/ppt/notesMasters/notesMaster1.xml" Id="Rf2328ac7c59741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5db891f66c492e" /><Relationship Type="http://schemas.openxmlformats.org/officeDocument/2006/relationships/notesMaster" Target="/ppt/notesMasters/notesMaster1.xml" Id="Rf10d1d37ddba40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f57c7c2ec6475e" /><Relationship Type="http://schemas.openxmlformats.org/officeDocument/2006/relationships/notesMaster" Target="/ppt/notesMasters/notesMaster1.xml" Id="Rd168bcfeea1f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c3f867d3c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0eb70468f4f4d" /><Relationship Type="http://schemas.openxmlformats.org/officeDocument/2006/relationships/slideLayout" Target="/ppt/slideLayouts/slideLayout1.xml" Id="R3832bff6bb6d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32bff6bb6d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a0dd63e249b9" /><Relationship Type="http://schemas.openxmlformats.org/officeDocument/2006/relationships/image" Target="/ppt/media/image.jpeg" Id="R9eb8304614b74ee8" /><Relationship Type="http://schemas.openxmlformats.org/officeDocument/2006/relationships/image" Target="/ppt/media/image.png" Id="R8eb22e4d6894457e" /><Relationship Type="http://schemas.openxmlformats.org/officeDocument/2006/relationships/image" Target="/ppt/media/image2.png" Id="R6efb8cc9b3664235" /><Relationship Type="http://schemas.openxmlformats.org/officeDocument/2006/relationships/notesSlide" Target="/ppt/notesSlides/notesSlide1.xml" Id="Re925cbd0cbaa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1d1981ffb4c76" /><Relationship Type="http://schemas.openxmlformats.org/officeDocument/2006/relationships/chart" Target="/ppt/slides/charts/chart1.xml" Id="R7b560911ae274d64" /><Relationship Type="http://schemas.openxmlformats.org/officeDocument/2006/relationships/image" Target="/ppt/media/image3.png" Id="R46677c05ff7d42b4" /><Relationship Type="http://schemas.openxmlformats.org/officeDocument/2006/relationships/notesSlide" Target="/ppt/notesSlides/notesSlide2.xml" Id="Rf29d11f23c14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15081ec74867" /><Relationship Type="http://schemas.openxmlformats.org/officeDocument/2006/relationships/image" Target="/ppt/media/image4.png" Id="R6548e6eee955494a" /><Relationship Type="http://schemas.openxmlformats.org/officeDocument/2006/relationships/notesSlide" Target="/ppt/notesSlides/notesSlide3.xml" Id="R5e66ac61261d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75b170cd44a45" /><Relationship Type="http://schemas.openxmlformats.org/officeDocument/2006/relationships/image" Target="/ppt/media/image2.jpeg" Id="Rf6b8008424de4b9e" /><Relationship Type="http://schemas.openxmlformats.org/officeDocument/2006/relationships/image" Target="/ppt/media/image5.png" Id="R5ac7b0b6a46748f0" /><Relationship Type="http://schemas.openxmlformats.org/officeDocument/2006/relationships/notesSlide" Target="/ppt/notesSlides/notesSlide4.xml" Id="R956ccfca9796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e70ee1764fb5" /><Relationship Type="http://schemas.openxmlformats.org/officeDocument/2006/relationships/chart" Target="/ppt/slides/charts/chart2.xml" Id="Ra089ac1611894929" /><Relationship Type="http://schemas.openxmlformats.org/officeDocument/2006/relationships/chart" Target="/ppt/slides/charts/chart3.xml" Id="R9adf99a6ea04420c" /><Relationship Type="http://schemas.openxmlformats.org/officeDocument/2006/relationships/image" Target="/ppt/media/image6.png" Id="R8ab993ad14dd429f" /><Relationship Type="http://schemas.openxmlformats.org/officeDocument/2006/relationships/notesSlide" Target="/ppt/notesSlides/notesSlide5.xml" Id="Rc7ca02f442c546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94d6ad7c14e66" /><Relationship Type="http://schemas.openxmlformats.org/officeDocument/2006/relationships/image" Target="/ppt/media/image7.png" Id="R8fa8953b7f3d4fd8" /><Relationship Type="http://schemas.openxmlformats.org/officeDocument/2006/relationships/notesSlide" Target="/ppt/notesSlides/notesSlide6.xml" Id="R522fd59f43ff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a60440d948b0" /><Relationship Type="http://schemas.openxmlformats.org/officeDocument/2006/relationships/image" Target="/ppt/media/image8.png" Id="R30377c9f683e4738" /><Relationship Type="http://schemas.openxmlformats.org/officeDocument/2006/relationships/notesSlide" Target="/ppt/notesSlides/notesSlide7.xml" Id="R2a9a16917a8a48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376e78254513" /><Relationship Type="http://schemas.openxmlformats.org/officeDocument/2006/relationships/image" Target="/ppt/media/image9.png" Id="R740d239578994469" /><Relationship Type="http://schemas.openxmlformats.org/officeDocument/2006/relationships/image" Target="/ppt/media/image10.png" Id="R4c93b8f556e84e53" /><Relationship Type="http://schemas.openxmlformats.org/officeDocument/2006/relationships/notesSlide" Target="/ppt/notesSlides/notesSlide8.xml" Id="Rc972990b08c8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42affb0fe429e" /><Relationship Type="http://schemas.openxmlformats.org/officeDocument/2006/relationships/image" Target="/ppt/media/image11.png" Id="R62d536bb964d4a55" /><Relationship Type="http://schemas.openxmlformats.org/officeDocument/2006/relationships/notesSlide" Target="/ppt/notesSlides/notesSlide9.xml" Id="R4d1a847134f3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528e98574d71" /><Relationship Type="http://schemas.openxmlformats.org/officeDocument/2006/relationships/image" Target="/ppt/media/image12.png" Id="Rdafbd40bbafb46ce" /><Relationship Type="http://schemas.openxmlformats.org/officeDocument/2006/relationships/notesSlide" Target="/ppt/notesSlides/notesSlide10.xml" Id="Ref14d7b5b97b46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ed5b42259426f" /><Relationship Type="http://schemas.openxmlformats.org/officeDocument/2006/relationships/image" Target="/ppt/media/image13.png" Id="R5498ed70adde42fd" /><Relationship Type="http://schemas.openxmlformats.org/officeDocument/2006/relationships/notesSlide" Target="/ppt/notesSlides/notesSlide11.xml" Id="R08a157e2d4c448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b98aeed442fc" /><Relationship Type="http://schemas.openxmlformats.org/officeDocument/2006/relationships/image" Target="/ppt/media/image14.png" Id="R5164a14f587e4f7c" /><Relationship Type="http://schemas.openxmlformats.org/officeDocument/2006/relationships/notesSlide" Target="/ppt/notesSlides/notesSlide12.xml" Id="Re1c9ffb2b63b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1617ea0844a2c" /><Relationship Type="http://schemas.openxmlformats.org/officeDocument/2006/relationships/image" Target="/ppt/media/image15.png" Id="R902f326e75d84b79" /><Relationship Type="http://schemas.openxmlformats.org/officeDocument/2006/relationships/notesSlide" Target="/ppt/notesSlides/notesSlide13.xml" Id="R57452e82fa294a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ad431e56494e" /><Relationship Type="http://schemas.openxmlformats.org/officeDocument/2006/relationships/image" Target="/ppt/media/image16.png" Id="R2f698ee34e404413" /><Relationship Type="http://schemas.openxmlformats.org/officeDocument/2006/relationships/notesSlide" Target="/ppt/notesSlides/notesSlide14.xml" Id="R562c7f6e19b04d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559</c:v>
                </c:pt>
                <c:pt idx="2">
                  <c:v>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Mulheres</c:v>
                </c:pt>
                <c:pt idx="1">
                  <c:v>Homens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52.9</c:v>
                </c:pt>
                <c:pt idx="1">
                  <c:v>47.1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Até 5 km</c:v>
                </c:pt>
                <c:pt idx="1">
                  <c:v>Acima de 5 km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59.1</c:v>
                </c:pt>
                <c:pt idx="1">
                  <c:v>40.9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8304614b7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B241-4908-41D0-BFF1-2C07CE9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AD3A1-D85A-4145-AD35-998A38F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0DDE-4162-4993-99F3-9420785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22e4d6894457e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1D757-ED25-479B-A5A0-CE6A81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b8cc9b3664235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CD57E-A7D0-4ED5-9843-94C07A0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02D04-9C11-41D2-9F77-EF31F7B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6DF12-3F0B-4AAC-A2A9-1A47A92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4707-50C5-4A8C-BDF7-FEB3794A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4D0E0-CFB8-429B-83E3-E2F1F31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2031B-A432-43D9-91EF-305FB79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5D22A-8B25-45A5-B083-CA026BBE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2219A-C483-4580-89E2-8E9574D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195779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A7C5D-2E44-4F08-8F9B-3A00A08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F53F-6297-4173-978D-1AC88D1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7D265-E039-4E4E-AE94-85F0B2C4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7502-933F-4B94-8EAB-6A8B6EA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830F-C49A-4DAE-8B0D-C63DFCD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701A-FA69-46F2-A91E-27AE241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A054-5690-40C8-8BDA-893B6EB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7B33C-6F6C-4AA2-A9D1-C7691EC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2665B-0EB5-4DC5-B73D-9A29517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6444D-7740-4487-A352-7A1107AE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3CDD0-1C9C-48C4-859E-1544926E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16E80-C1A7-4816-A5C7-DEDEF1E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560911ae274d6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50F20-F991-472F-8AEF-B9CE364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DEA6-8304-4354-B1E8-B6E39C7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B2FA0-E6F8-4AF2-9741-4419121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7D5C3-D359-45FB-81BC-A056935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23247-4592-46F7-B644-EA5E1E6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77c05ff7d42b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C98FA-BF8F-467A-B163-82315321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7195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4E7CC-C3D6-42EE-AB6C-DD9ECA1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13599-2CD0-4097-B806-73AB204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D083B-8AAC-4813-A446-77080A7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7F7D9-020C-4F4C-B202-4A3184E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323CA-BCDA-4461-AA13-0A25A92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4A3FC-E6D2-49C9-AE89-BC8AE31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57472-64DB-42FE-9791-D552E87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06FD9-6553-4D79-9BBD-04041C4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0BCAE-09C0-4CCA-B233-2ADE7296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65A7E-6902-40F7-B41E-CEE928E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86937-EE70-4C67-83AE-259A6CA4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B1E7F-4A04-4572-90A7-DC52F70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D963F-8EEE-426C-81E6-16723429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6BD1-BC80-4997-BB80-372E1E6E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62758-18AE-4652-90E2-4FF65DD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64C8-523B-4239-BCF1-B764843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99F19-8852-4156-9923-B166BAF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72882-24B0-4D60-AC23-ADC4723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27339-676E-46D1-993B-59EA687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06538-A341-4089-8A88-BBAA470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09E10-9FD0-4679-AAFC-C355A0E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04452-A7A2-4404-AF0A-4E98632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C5432-836D-4ED1-BF71-DEAB6DB6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F0435-5246-418A-8D29-A5171DB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21070-9E07-40CD-8282-2E959A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220EF-5564-4F44-8FF3-1B91494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8e6eee955494a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8FA29-1553-494A-9E3A-F8C215FF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4027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8008424de4b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CF5F-D7E9-4FA3-BD28-21D83406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AFB67-F3A3-4F4C-B570-2B00BFF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18DC2-4A8B-4276-92E9-2D63B09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D73CB-6445-42F3-BAEF-C60CD7A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D552-2CF1-4676-BFA1-BB43F735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A52B-8964-4F49-BEEC-96C6F0E7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17D0-F9C4-4293-B8C3-A6376F3F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4B0D6-653A-4227-87AF-BC7F2CA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4A939-D0DA-4C73-9F8A-79AC10D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67279-EA4D-4493-B3CD-618BBF7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F3AD4-FE09-4912-AB16-D25D702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32E8D-2A26-45A8-8F62-C82BC6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A9C3C-0C3C-489A-8D17-9A6A3305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E2108-857F-4346-AE01-530015D6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760F9-9FC7-4769-8919-6C49E68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8A7B6-36F7-4E74-82C3-D25ECE47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2295-9603-4C6F-B86D-7330F04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B1702-7234-4F87-A25C-2ECA400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57904-1515-4174-BA88-5F0D9402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BBFA-7C75-4BAB-90A9-BD7A333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56EC0-A528-438F-A133-48E03476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A9804-FEA6-40B1-935C-BFDFD21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12F45-A1A5-470C-BCE8-F51A0C81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D8820-781B-453B-A69F-3048944B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1B64C-EFFF-419E-954F-1147A30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9F6B9-73CF-43EB-8FA3-086B7B4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A1062-0144-4DBA-9EB1-775698D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C1FFD-AA1B-4A0D-9299-67A68CCA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65D6A-CE6E-43D6-A027-7BE3BB06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9B841-A0D7-404A-B086-FFCF89E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06DCA-AE05-4582-9785-FB391B0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742A8E-1B26-4D9A-86DB-A80EF44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7b0b6a46748f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00043-DA0F-4C03-B497-9C8130D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8027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54013-DE23-4E4E-9A77-5BAE8C52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834FA-A3CF-4474-9B92-20E8A67A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6800-CF30-4555-9E17-89210C09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ACBE2-0180-4500-A6CC-6EB769C9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89ac16118949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9A725-64D1-4A8C-8814-8BF6FC1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B85E1-EED5-4859-88FE-367ECC6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df99a6ea04420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5A7DB-BAB7-437C-9713-F04F91B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33304-8F47-4802-A61B-7773E61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BAFF0-8558-455C-80B9-52A6E8B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28EE3-66D3-4AD9-A4FB-6E1C18E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F4E5E-E42F-4972-966B-8261236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90CB2-4B65-4636-9E4D-31348F1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3776-E58A-44C1-9384-467E71D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317A5-7721-4441-9FB3-DEACC609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E07A9-83EA-4B71-B2F1-B941F58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4C86A-228A-45FE-9513-94861D3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82207-8BFA-4E4D-870E-60D2C7E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1A63E-C5E4-4077-B6DF-3F44A2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C0368-663C-4FB6-96C8-168FE72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993ad14dd429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1C42A-5C9B-4F0D-A991-A210517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966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692D3-ECD0-47B6-9CC5-8851C0C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9C23-58C7-44D9-8F04-5F423222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5CB5-2E71-4B93-9584-0351A85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C4C8D-02FC-4E67-9DB6-20E6656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B057C-D628-4D84-BE88-DA8470E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457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1F181-B434-4364-B8E2-E659740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NSC: 6 EMISSORAS • 295 MUNICÍPIOS • 3,4 MI/DIA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0154-4AF6-4DB6-B0E9-F3EB954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9B4D7-E4DE-4CF2-96C8-5F790CF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8C5C3-3A42-4C4C-A512-86F36B7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649C4-9B71-4EDA-9A25-7EAF72A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20F94-074E-4F97-8CA4-E399A89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42D65-47EB-4767-BC93-CD3ADBB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69D36-6FAC-4264-9F8B-07FFDE51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962EE-AE80-42EB-82CB-A5BD2C9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91BF4-19EE-4733-92AD-8117EC8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55B0B-D5E8-43C3-B404-B472A68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0A324-AEBB-4313-A63C-819B59F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045E5-A240-482E-BCA8-7341387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1E59D-EE2E-4DE4-A316-82D2E7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1A3BB-4F42-438C-968A-CE73249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5CC57-245F-44E0-8B45-5414EB3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2C2F4-6CB3-4E1C-BFAB-374519D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DC336-EB6E-4E38-9357-A05BC643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F80D3-34DA-45F4-B8DA-88368815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77370-90CA-43E8-98EA-C643CBB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D4DA2-404A-46F6-B6FF-65FC99A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314BB-9EA7-420F-AE03-2B9AA38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6475F-C7BA-4EAD-B852-11B9139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32A10-1690-4871-A2CC-198A5FEA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F12D4-78A3-4998-A156-A365A579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64617D-8444-490A-98EB-0B4ACCD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B263B-7CED-454A-8649-CF37A7D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5BAAE-17D9-4F5A-987E-3A2D704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8953b7f3d4fd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2EBD2-5A0E-4BD9-B3DD-4B8477A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7435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C7507-3957-4241-B696-E2628A1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AA25-8F8E-4121-A1D7-64C8944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1885-0DF8-4616-8623-A21A66AD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93DC-BC58-43AB-A8AC-EB9A415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DD798-33F5-4A2E-99A6-E226B16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3D33-5DA7-4616-A084-25F7938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2AA97-B172-4AC3-856D-B07E2514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5C5DD-2EDC-405C-A00E-74F29BE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7C93E-0D3E-4BD9-98CE-4D42B58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6886-A55E-4047-B66B-295C2F0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6E0F8-4451-48C1-A04F-B841D99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C945-7962-452E-BF1D-DA18E54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F935E-108C-4104-B9C5-C08B94E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366A8-F013-48BF-B599-1E6F4A2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E7610-2B81-478F-B2CA-E8AFEC5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15DB-68F4-4C8B-968D-B975635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000A7-F1CA-41E5-98BE-B6CF7C57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87609-2461-440D-8B30-9F686EE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68A8D-E187-48CA-95A5-7A0DD02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C0E07-B395-4828-82E7-3FDABFCE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286E7-7E5E-42E1-8FD1-08C1E65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947D7-3551-4496-8496-3DAF72C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D5CD9-95DE-4D0C-98CB-6698397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94390-F608-45E9-BD55-B900475C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E28D2-29AB-460F-AC09-D3FE84B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E2749-4D8C-4572-8288-0BB72B5C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6A9C5-5586-496B-86FD-3917E268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AF950-A792-436C-8368-3D6FFEA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F37D7-9F96-4991-BE53-816EEC5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CC3D4-BBF6-477C-8F9D-9425E8E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E79B0-89BE-4539-92DC-4E0F3A9F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93C4A-8239-4089-A4A2-1CA671B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06206-095B-4DB5-AB19-9B33785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D66C5-0679-41B8-9AC1-B311B18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E1889B-CB45-4FA6-956E-D5B0068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E3EFE-4C2C-4EA1-B567-BC22C31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516FF-5D91-4C71-A0C7-C82978FA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3FCD8-38D9-4824-BCF3-0007C88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4804B0-F46A-4BEE-BE11-5DC3FBF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B3D5C1-6564-487A-BC7E-35FC7C42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6E0E9F-4221-405C-9CF6-659B1ACE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8CD23-8DF3-47DE-9445-509B422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810257-8317-4B77-9355-2B12C009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FB58BC-C71B-4CA7-B60B-527A20DE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4A58BB-16E8-42F2-BFC4-F6CE89F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548B2-A4C6-4B76-813B-BFC2D531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3A822E-0DBB-4CA2-B5E3-A5F3CED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77c9f683e473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045128-A774-4738-A84E-F7313F8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6381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305406-9034-4A4F-9798-0434DE7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A2EA8-0073-45B3-856E-3B817E28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BDD02-1691-4ED3-8DD5-94693A1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0D016-2FE2-4934-AAFB-880647A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DCDDC-6B9F-4241-99A8-3BC83040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D1C89-F358-48D6-94CB-AC0F54A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E9E8B-9BB1-498E-A54D-082C125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975FB-14AC-4B4D-9820-173003F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d239578994469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3F067-31E9-465D-BFFB-7E12BD7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0F21F-8E9B-43D6-9F50-18E66D2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353C3-A301-4F01-8AA2-54623DD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0B46C-9D0E-4931-B9C3-A796CE33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D1FD3-C800-421D-96F2-EF6663B6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270CB-E4F5-4777-83AF-305625C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9D2B1-2997-4134-A99A-7DCB495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5900-60C9-49B4-9BCA-F9D660C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68E4B-B030-4007-ADBC-D8CE1A7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9B67-85F4-43AD-807A-6D4F999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776CE-344A-44D8-98CA-635CB676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7D3CA-6514-4024-98E6-BBA4758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EB62F-8B5B-4000-80E4-1EC18E2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0B0F2-08CC-44D0-98D3-7378F79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9FA14-9F32-431D-B9EC-4ED3BD6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6AC6E-AF6D-4124-AE69-AE61117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F30F3-6C97-44E7-AC93-FD7D782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B03D7-796A-4B62-B143-037C40B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D3A47-59D6-426C-B8FE-C294C55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9DAC-A450-4204-9352-96D08D4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E37FB-813D-477B-94B6-301C534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A5EDC-6027-49A1-AE33-99D13C75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961D0-37F4-4197-AAEE-F61CFE2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ACB60-E9B0-47CE-AD55-39E8254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665D6B-F03E-4C63-A372-BF39969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B0DF5-F548-447E-93E4-A456A9C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45EFD6-A12F-4AEE-AD85-9CEA135A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31AF5-06C2-41D9-92EA-6FA6EF6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247CE3-1F45-4693-9D05-8320801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0C8A7A-85B1-451B-B9B5-E9866603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9DBF3-C3FE-47E5-A3A5-9E12863F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20E19-1CAF-4162-8074-7E28702F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7F309F-3ED5-4ECC-9BD7-C4D490C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DD3145-32F2-41C3-B5DD-D29C444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D68F4-3321-41F3-BBBE-22AD9EA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9CBC08-BD4C-4156-B181-68A4955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DB5342-E534-4C0F-840F-CAE0B02E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AF9F70-606E-45CA-B0E3-7F8D141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9DBF15-543F-4B87-A0C7-151DE57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3b8f556e84e5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0AF2D5-8334-4327-AE27-4F6BC9A1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80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A655B-08CF-4EB5-99D4-FC6C313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580F-31D0-4272-82F2-1CCAF963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0081A-BC8C-4D9B-8CF4-CE8E8EB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F0E3C-8F65-4FAE-921E-54279E5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EF5B7-0892-4027-B647-CFF6AE1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90C8-2076-4882-80C8-1C03F804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33A68-D9DD-40D3-9555-657E514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D290-D5C0-45B3-AB75-77755B23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7A116-3E93-4469-9D55-6EFB24E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3D1D3-EE2A-4F7C-BD90-684646BF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61A27-5800-4499-A7A8-B1D02ECC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A2A06-EE05-4513-9D65-EFED02D5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580A4-8B8B-4398-858A-FF0C6444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ADB27-8A0F-4DA5-891E-5397E1E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11C81-5815-4E1C-B443-217DC34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43964-2F66-48C9-BFF3-D1101A1A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CD52D-5DDF-42FB-841A-87067A9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95435-8020-4DA9-BF7B-589151C3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B56B8-CC72-4BCD-B162-6E4955B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E5806-0A54-40B8-9F1B-731608C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DBB2A-9F7C-4337-BBAC-6C6F84D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F3039-89D4-46BE-A682-F01D0FE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8709E-E6AE-42EC-B348-65F59F06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908B8-D08D-4EC1-ADA5-ECCDBC62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E51D9-2A5A-4601-9941-D3B326C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FFB-11CD-4F17-A292-58F924D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CE10B-379D-4E39-993B-1FBF9C3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C3BDC-51F1-4116-A8C0-8C54992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25AEC-242E-44D3-A1D4-91F7A9E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6742A-A70B-44C6-B1D3-2DEF29CB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6CCE5-F383-4D45-8AA6-06E48AD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22B9B-33A0-4919-8693-A563C595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31E6C-5757-4717-B309-B70CA60E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DD5C3-DF9A-45CE-BAC1-3D4C7D5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0307D1-AA1D-4410-8DDC-9C10D79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57E752-384B-4FD5-94B7-012074D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D15FA-928E-4E49-BCBD-A3AB1E5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AB731-F519-4FA5-9FC0-5DF03B4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56DD1-23F2-4D10-9162-699E782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FA44E-94AD-4E00-9E88-7689910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536bb964d4a55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386A7C-E501-4E0C-B0B9-4142D0CC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8597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2C675-0391-44AA-B003-E27A29D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B2820-E7D9-4498-8CB3-9725D79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65699-9359-4932-8542-A0C11F2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A1A60-EBED-4E71-9656-45637651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07E5-8B9E-4C22-9146-EB2262F7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2F23C-2846-49D6-9781-529DC59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4A34-26EE-410C-9CB4-61629DB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B205B-CE16-421D-9697-66E5AE5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BC3E1-3801-4D07-BAC6-8846DF2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6ADBE-2FF2-4DA7-8DBD-47BA196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B3A14-3861-4741-B725-1A11798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10F12-2890-4945-8124-A44BF07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1CA4A-37C3-4A77-A98F-9130825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21B75-6F9B-4A7D-88E8-3EC76C04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090CA-0368-48BB-B868-5E01626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5AC5-060A-437D-9064-F05538C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E1EE8-6EB1-4FCD-A56C-004FA5A7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6EF94-C795-4A89-8D19-D896A43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F41EB-7C6F-4885-BDCD-3C8617B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F12FC-EAE7-4315-ADFA-2D5C6E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DC1E7-9401-431D-813B-2CA752C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F270C-E065-49AA-8418-258158B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81749-B57F-4690-B5EC-F533A59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F1D9C-2B35-490F-8B64-ACC5F5DE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4FA21-959D-4D92-8B6A-9FA3988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02340-10CE-4FC8-A49C-D378D3D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96AAE-6DCE-45ED-8D13-850C7CF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9AD2D-20FF-48A3-9776-3373B569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9B449-240E-4E28-83FE-238BBA3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5BABE-B2E0-41C8-80E0-8F25CD9C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AD092-893E-4C62-8436-5B75D6D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97D1A-5C5A-4919-8D12-DE3D616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87B1E-FF20-455A-820E-D270C86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169969-2210-448B-8D78-F98141D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605D6-3F8B-4D1F-8C22-7AE8F8A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06FF8F-11D5-41A0-A670-A2FA7EC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63A194-BC7A-4826-89F7-0C13AA3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1B5EF-3B42-4551-99A0-17864428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FD4E6B-621F-4EB2-8CFB-664F5DB7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BD8BB-F52D-43A3-B822-B0309F4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96EE1A-C81C-45A0-A86F-263CF1A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0A0F03-4820-4C32-B883-DCE2A98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0751F-7350-45D6-B836-A667BFD6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EA8FA-4796-4621-B086-74457567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FAAE84-457B-4689-AFA0-8B78730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F773C-A2D4-4A88-8E78-A969F489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C023DA-8442-40E4-9410-8C0B401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9416A-6373-48E9-93EF-21A62F9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99ED95-9CD2-405C-9AD3-DCA3347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FFDD3B-6861-41CF-9A81-78EF56B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D28C4B-DAC8-4360-A0CF-AA9170B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C2F1DC-95D9-4A1F-AB15-80832E36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366CB8-3080-42C3-9DCB-29A9B325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D26A23-0579-4F6A-AEE0-73A7B61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878D1D-6EB7-4B46-91C2-DD9DD88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C90965-603F-4FBE-8AC3-667B83C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AC259F-7384-4E37-ADCA-E2191AA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d40bbafb46c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EEA918-0804-4566-BD59-3023A921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8572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E54E4-6605-49BD-ACB5-36FC8E7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05E2-A51D-4218-BAEF-44D09E4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D4ED-A099-474F-BC52-97573FA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431FC-D9A9-4B4F-B31E-B11B03D0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0B99F-7A8B-482F-B1D5-A3B7633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92C76-218A-48EF-B386-A818BB6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4DB0-90A0-4E1B-8A42-A240F25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AA266-8132-40E1-A300-6EDE75E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8AB96-A5AD-499E-8958-50CFEA9F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0F3DD-1810-4DD0-AD93-1D3955FD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154C0-3775-4B6D-BF6B-D531554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E8362-02ED-4155-9EE0-15D35665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3C73E-0D18-4AAD-B718-7E1D4F6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33377-75E3-4B50-A247-611D9CC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8D383-280E-4519-B805-804B6F8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0BFF8-0C44-4089-9683-91F5F73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F151D-8398-4E2F-BDCA-B8900494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732D3-458F-4B32-9ACB-D88C4BB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D6FF6-A65A-4235-8A07-BED48661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80DE6-CF62-4154-B9DF-112C9DED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D43C3-1895-4E0D-831F-400B098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BC9A0-DEC3-47BB-A409-A7B23F1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69163-EE8D-4B03-B03C-326E3FF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A5F03-B71E-42D5-B93F-8AC9CA5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8ed70adde42fd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9ACE4-27EC-47C5-B0D4-978A02C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521464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54ED3-7D29-49C8-A9EA-39B3DF6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CD16B-1705-4E9C-A521-B98B5DC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21C76-40AD-425A-A1E5-C1DBDD8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C330-B40D-46D7-9B66-42C8FE5C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8C4DD-8FA3-476C-A493-AC130615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3BEC6-D78F-44AF-9648-59A013D1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D8C4-FC4B-4D9D-A891-3AD470C1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042F-5B61-4F5A-8290-1F9FE4E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8A46F-E26D-4447-BE46-D892E126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3E07D-A0BA-451E-B562-2F98CBB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93F3B-DA68-4CC4-A211-EE6F6C20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6CE99-6818-4F1C-9217-DE59281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143C-E831-4B0E-A700-D8D0BA7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F2B7A-B412-472B-B012-E3FF5D2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01D5E-346E-414B-B833-EA7BB81A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41E06-4793-4192-8995-74E7D36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3EF00-3014-4BAD-8A72-50EEE0B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05070-B53C-4A7E-AB95-1DC82A4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DFAA0-77F8-4C57-8725-D302CAE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ECC01-5894-412D-9D93-EAD4BEF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C3814-152D-4315-B7B3-38D83B8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28DB8-BD9D-4858-9B23-78B639C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C446D-2C8D-4774-9007-88193CE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6A441-D966-4FD8-AD28-286D1A3E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317B3-5D9C-40AC-B746-7A88E0C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51665-C6E2-4B61-83DB-48007F00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8DBB8-2ABD-400C-9A1F-421535B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4a14f587e4f7c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3E83C-C576-4992-8579-19AACC7A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4525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6E0852-FD39-4667-8008-CFA630E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F17A8-100A-4256-9512-43F9E30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DF49A-337F-4C03-BF93-376830C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CC075-CAED-4AC9-B709-37558A7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62F10-33D8-476B-9F32-8E9E052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28DDA-6C50-4904-925F-167E2CB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83A2E-107D-4AB4-B535-57DF202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06795-6FB5-45E1-9517-E49BBD16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EAC3F-CC0A-4C48-86D2-5B1C2C7E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C0364-399E-44AC-B590-C076E47E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FD7EF-8BD4-486E-92CF-701ED99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38B33-D15D-42E4-B07B-E868E8F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61CBE-1E93-4538-8A9F-DB42A64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AC5F8-B43D-4CCE-9E71-4458013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FFC35-3C9C-446B-8DEE-6F556D57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795E3-17E2-48D1-BA4F-0040B0A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514B0-5600-47BE-AF4C-EE13B80C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30B78-4897-4121-B412-F5D0A16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D8BE3-C7EA-4F2A-ADEF-00C3E5A0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6E5BA-EBDC-4379-AFFE-9150CCA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FDB58-BCE5-41E5-8826-A38DEB77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17F5E-7DF0-4DD6-A512-521208C6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55498-39A6-4DF9-8599-5437E16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7B00F-1CA7-45BE-9336-A3545CB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10595-9C50-4370-96DB-1A6069FD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6BFEC-B763-4420-92F1-2586225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A36E7-3A3F-495C-B3ED-ADCD57B9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C9EEC-FDD4-4D55-AB13-F4BE994C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BF443-0C32-49B0-910D-2CFAFE8A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A8231-100F-4BB5-BB02-53E2D1B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D7D22-58C2-4470-B659-D4A5B14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1A857-65A7-45DB-A8FF-887895D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C9AE0-3901-49F8-AB23-72175AE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9FDF74-4B4A-49EC-97AD-3FB63B4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E27B4-3103-4DE8-B510-F401E2A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46D1B-4FA9-48A2-B665-8BF66B4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D73F0-F13B-4388-9F11-CE062EE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72351-0D0A-4FB5-A62F-4F282BF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3B5BC1-0F9C-48BE-A726-01962A49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84060-ECEC-4FA9-881C-77E7021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2ED31E-8E89-46EF-A553-20C3E3F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98601-DACB-4D53-A63A-C175F93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EC0CE-C7F7-4E74-8A3D-E2532A0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f326e75d84b7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B133E-D1D5-4925-A5A5-BB2733CD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8414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FE9E1C-1DC8-4823-A46E-76C8E6BB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E0EEE-E55A-4A24-937B-407C461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7210-A601-4701-9096-B7EE67A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9B27B-E43C-4816-81B3-791C173C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6633-5E9E-4108-BB20-5497934A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356BB-D0C9-4BA6-998F-EE387569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6C00B-8C2E-4D06-A51F-1418B3AB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030B7-1FC9-42D6-95B6-57B9412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154ED-7F61-4F54-A5FF-A77F0CB3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54652-73B2-4F53-82FC-4C3BCDA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BFB38-F3A6-454F-9426-E42592E9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C5CCD-CBB2-4E61-A867-9FF823C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DC42E-D3F2-4C23-8DA9-E4E945B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8B5A6-5C60-40D3-8091-AC13FEB1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89A39-5770-4300-893B-3FA82BF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0CCFF-D9E5-48E2-9CBA-CE9CF229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450E2-3052-4407-B6D0-1E47F5C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7238A-78D7-4975-9648-C0F8AC0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742A5-552C-4976-8783-D52DF82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49C04-431C-417E-A95E-2F946FE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71CEA-43BF-4B8F-98A8-53A5204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C1D92-3164-45AE-8116-4C4F7722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7AF27-6F75-41D3-BFD6-E2CACB5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06296-AEFE-4F2A-BA0D-6586535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64D4C-B799-420B-9B7D-6FF9655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AE18E-77D1-40CE-9FFA-5717EF1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88E2B-9E76-4446-A138-04705A9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A924D-4C5E-4E04-9335-3943A344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11F23-3860-44E7-AC5A-160DB7A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2077B-8CD5-44F6-887F-B233397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B3C40-A497-4DDC-9772-2EC0CB4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A7B6A-6B66-4B93-9553-2A5E3417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EC807A-DF54-49E1-906E-9981F23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B0058-540E-43B9-B0B1-18C161F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707A0-0635-4B61-A7A5-4D7982BA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98ee34e40441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D3152-5216-47CC-99BE-40D6CDC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990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2026-09-10T15:41:26.7250000Z</dcterms:created>
  <dcterms:modified xsi:type="dcterms:W3CDTF">2026-09-10T15:41:26.7250000Z</dcterms:modified>
</coreProperties>
</file>