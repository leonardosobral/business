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92def46a24aaf" /><Relationship Type="http://schemas.openxmlformats.org/officeDocument/2006/relationships/extended-properties" Target="/docProps/app.xml" Id="R1d2275cb4c504091" /><Relationship Type="http://schemas.openxmlformats.org/officeDocument/2006/relationships/officeDocument" Target="/ppt/presentation.xml" Id="R6bcc6be7c95e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5ca03b63af407c"/>
  </p:sldMasterIdLst>
  <p:notesMasterIdLst>
    <p:notesMasterId xmlns:r="http://schemas.openxmlformats.org/officeDocument/2006/relationships" r:id="Rce4325155e9241b7"/>
  </p:notesMasterIdLst>
  <p:sldIdLst>
    <p:sldId xmlns:r="http://schemas.openxmlformats.org/officeDocument/2006/relationships" id="256" r:id="R245922ffd8464ffa"/>
    <p:sldId xmlns:r="http://schemas.openxmlformats.org/officeDocument/2006/relationships" id="257" r:id="R7b2e2b7eb55147a6"/>
    <p:sldId xmlns:r="http://schemas.openxmlformats.org/officeDocument/2006/relationships" id="258" r:id="Red658854fae14a2b"/>
    <p:sldId xmlns:r="http://schemas.openxmlformats.org/officeDocument/2006/relationships" id="259" r:id="R580d0fe80fbb47f7"/>
    <p:sldId xmlns:r="http://schemas.openxmlformats.org/officeDocument/2006/relationships" id="260" r:id="Rb5f0fc9735d54d7d"/>
    <p:sldId xmlns:r="http://schemas.openxmlformats.org/officeDocument/2006/relationships" id="261" r:id="Re4aa0f09c50b4b4b"/>
    <p:sldId xmlns:r="http://schemas.openxmlformats.org/officeDocument/2006/relationships" id="262" r:id="R34b7230a3d054db5"/>
    <p:sldId xmlns:r="http://schemas.openxmlformats.org/officeDocument/2006/relationships" id="263" r:id="R580e5bfec9b6441f"/>
    <p:sldId xmlns:r="http://schemas.openxmlformats.org/officeDocument/2006/relationships" id="264" r:id="Reaa69323f0814359"/>
    <p:sldId xmlns:r="http://schemas.openxmlformats.org/officeDocument/2006/relationships" id="265" r:id="Rfd0a7f91c34f4ac9"/>
    <p:sldId xmlns:r="http://schemas.openxmlformats.org/officeDocument/2006/relationships" id="266" r:id="Re9098d7728a54208"/>
    <p:sldId xmlns:r="http://schemas.openxmlformats.org/officeDocument/2006/relationships" id="267" r:id="R59c99580ea0f4e60"/>
    <p:sldId xmlns:r="http://schemas.openxmlformats.org/officeDocument/2006/relationships" id="268" r:id="Ra289da65b4fe44d3"/>
    <p:sldId xmlns:r="http://schemas.openxmlformats.org/officeDocument/2006/relationships" id="269" r:id="R8bd3e6928ce64b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e8b2acfd3c4f38" /><Relationship Type="http://schemas.openxmlformats.org/officeDocument/2006/relationships/slideMaster" Target="/ppt/slideMasters/slideMaster1.xml" Id="Re75ca03b63af407c" /><Relationship Type="http://schemas.openxmlformats.org/officeDocument/2006/relationships/notesMaster" Target="/ppt/notesMasters/notesMaster1.xml" Id="Rce4325155e9241b7" /><Relationship Type="http://schemas.openxmlformats.org/officeDocument/2006/relationships/presProps" Target="/ppt/presProps.xml" Id="R5b9a09f62e1a46c9" /><Relationship Type="http://schemas.openxmlformats.org/officeDocument/2006/relationships/tableStyles" Target="/ppt/tableStyles.xml" Id="R89e129d14e0b4609" /><Relationship Type="http://schemas.openxmlformats.org/officeDocument/2006/relationships/slide" Target="/ppt/slides/slide1.xml" Id="R245922ffd8464ffa" /><Relationship Type="http://schemas.openxmlformats.org/officeDocument/2006/relationships/slide" Target="/ppt/slides/slide2.xml" Id="R7b2e2b7eb55147a6" /><Relationship Type="http://schemas.openxmlformats.org/officeDocument/2006/relationships/slide" Target="/ppt/slides/slide3.xml" Id="Red658854fae14a2b" /><Relationship Type="http://schemas.openxmlformats.org/officeDocument/2006/relationships/slide" Target="/ppt/slides/slide4.xml" Id="R580d0fe80fbb47f7" /><Relationship Type="http://schemas.openxmlformats.org/officeDocument/2006/relationships/slide" Target="/ppt/slides/slide5.xml" Id="Rb5f0fc9735d54d7d" /><Relationship Type="http://schemas.openxmlformats.org/officeDocument/2006/relationships/slide" Target="/ppt/slides/slide6.xml" Id="Re4aa0f09c50b4b4b" /><Relationship Type="http://schemas.openxmlformats.org/officeDocument/2006/relationships/slide" Target="/ppt/slides/slide7.xml" Id="R34b7230a3d054db5" /><Relationship Type="http://schemas.openxmlformats.org/officeDocument/2006/relationships/slide" Target="/ppt/slides/slide8.xml" Id="R580e5bfec9b6441f" /><Relationship Type="http://schemas.openxmlformats.org/officeDocument/2006/relationships/slide" Target="/ppt/slides/slide9.xml" Id="Reaa69323f0814359" /><Relationship Type="http://schemas.openxmlformats.org/officeDocument/2006/relationships/slide" Target="/ppt/slides/slide10.xml" Id="Rfd0a7f91c34f4ac9" /><Relationship Type="http://schemas.openxmlformats.org/officeDocument/2006/relationships/slide" Target="/ppt/slides/slide11.xml" Id="Re9098d7728a54208" /><Relationship Type="http://schemas.openxmlformats.org/officeDocument/2006/relationships/slide" Target="/ppt/slides/slide12.xml" Id="R59c99580ea0f4e60" /><Relationship Type="http://schemas.openxmlformats.org/officeDocument/2006/relationships/slide" Target="/ppt/slides/slide13.xml" Id="Ra289da65b4fe44d3" /><Relationship Type="http://schemas.openxmlformats.org/officeDocument/2006/relationships/slide" Target="/ppt/slides/slide14.xml" Id="R8bd3e6928ce6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3cc6b7935f44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04813a52f4e47" /><Relationship Type="http://schemas.openxmlformats.org/officeDocument/2006/relationships/notesMaster" Target="/ppt/notesMasters/notesMaster1.xml" Id="R6b2cd6ae8d744a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bbc441aa164d67" /><Relationship Type="http://schemas.openxmlformats.org/officeDocument/2006/relationships/notesMaster" Target="/ppt/notesMasters/notesMaster1.xml" Id="Ra66079d1f92e45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ad65e4d79f4ab9" /><Relationship Type="http://schemas.openxmlformats.org/officeDocument/2006/relationships/notesMaster" Target="/ppt/notesMasters/notesMaster1.xml" Id="Rfcd2919df3b040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a77bbdc1e42b5" /><Relationship Type="http://schemas.openxmlformats.org/officeDocument/2006/relationships/notesMaster" Target="/ppt/notesMasters/notesMaster1.xml" Id="Rfed51159fc29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71701d2d814609" /><Relationship Type="http://schemas.openxmlformats.org/officeDocument/2006/relationships/notesMaster" Target="/ppt/notesMasters/notesMaster1.xml" Id="R760f65543bee46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9e1848d2e74894" /><Relationship Type="http://schemas.openxmlformats.org/officeDocument/2006/relationships/notesMaster" Target="/ppt/notesMasters/notesMaster1.xml" Id="R7fcd035e773f4d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6d9b917e5b4863" /><Relationship Type="http://schemas.openxmlformats.org/officeDocument/2006/relationships/notesMaster" Target="/ppt/notesMasters/notesMaster1.xml" Id="R257f919a86da48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2a341be3d4470" /><Relationship Type="http://schemas.openxmlformats.org/officeDocument/2006/relationships/notesMaster" Target="/ppt/notesMasters/notesMaster1.xml" Id="Rd3950c27bc394c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9a66d30168465a" /><Relationship Type="http://schemas.openxmlformats.org/officeDocument/2006/relationships/notesMaster" Target="/ppt/notesMasters/notesMaster1.xml" Id="Rd5013684db6c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f6a779b0f84484" /><Relationship Type="http://schemas.openxmlformats.org/officeDocument/2006/relationships/notesMaster" Target="/ppt/notesMasters/notesMaster1.xml" Id="R8c2b0c560dfe49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ff49d48394440b" /><Relationship Type="http://schemas.openxmlformats.org/officeDocument/2006/relationships/notesMaster" Target="/ppt/notesMasters/notesMaster1.xml" Id="R0b6974f2b1124e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8ddb4d00264ada" /><Relationship Type="http://schemas.openxmlformats.org/officeDocument/2006/relationships/notesMaster" Target="/ppt/notesMasters/notesMaster1.xml" Id="R434b4ae0228b44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045e38f099426e" /><Relationship Type="http://schemas.openxmlformats.org/officeDocument/2006/relationships/notesMaster" Target="/ppt/notesMasters/notesMaster1.xml" Id="R80ce6e1f0d0340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6b649f938e4c77" /><Relationship Type="http://schemas.openxmlformats.org/officeDocument/2006/relationships/notesMaster" Target="/ppt/notesMasters/notesMaster1.xml" Id="R2f2054540faa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f2453940a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a878a48ea42d0" /><Relationship Type="http://schemas.openxmlformats.org/officeDocument/2006/relationships/slideLayout" Target="/ppt/slideLayouts/slideLayout1.xml" Id="Rc454be40f408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54be40f408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165e5bb9345d9" /><Relationship Type="http://schemas.openxmlformats.org/officeDocument/2006/relationships/image" Target="/ppt/media/image.jpeg" Id="Rf8d0b8d3318d47ff" /><Relationship Type="http://schemas.openxmlformats.org/officeDocument/2006/relationships/image" Target="/ppt/media/image.png" Id="R2bd551d2ee6f4cdb" /><Relationship Type="http://schemas.openxmlformats.org/officeDocument/2006/relationships/image" Target="/ppt/media/image2.png" Id="R248df9ee91264447" /><Relationship Type="http://schemas.openxmlformats.org/officeDocument/2006/relationships/notesSlide" Target="/ppt/notesSlides/notesSlide1.xml" Id="R34be1a45d8e5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4b52f88fc4896" /><Relationship Type="http://schemas.openxmlformats.org/officeDocument/2006/relationships/chart" Target="/ppt/slides/charts/chart1.xml" Id="Rc4bf2a08bf874944" /><Relationship Type="http://schemas.openxmlformats.org/officeDocument/2006/relationships/image" Target="/ppt/media/image3.png" Id="Rec05dd49c3ff48a4" /><Relationship Type="http://schemas.openxmlformats.org/officeDocument/2006/relationships/notesSlide" Target="/ppt/notesSlides/notesSlide2.xml" Id="R19bd4160a3e347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d063ecf5c465d" /><Relationship Type="http://schemas.openxmlformats.org/officeDocument/2006/relationships/image" Target="/ppt/media/image4.png" Id="R0c64e6b6f6064265" /><Relationship Type="http://schemas.openxmlformats.org/officeDocument/2006/relationships/notesSlide" Target="/ppt/notesSlides/notesSlide3.xml" Id="R795be62ff316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f120b9b384b9f" /><Relationship Type="http://schemas.openxmlformats.org/officeDocument/2006/relationships/image" Target="/ppt/media/image2.jpeg" Id="R9201aab62b57459c" /><Relationship Type="http://schemas.openxmlformats.org/officeDocument/2006/relationships/image" Target="/ppt/media/image5.png" Id="R468a9d2185244153" /><Relationship Type="http://schemas.openxmlformats.org/officeDocument/2006/relationships/notesSlide" Target="/ppt/notesSlides/notesSlide4.xml" Id="Refd3c47abcd743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cd2f6b90547a9" /><Relationship Type="http://schemas.openxmlformats.org/officeDocument/2006/relationships/chart" Target="/ppt/slides/charts/chart2.xml" Id="R8242a624e0784ea2" /><Relationship Type="http://schemas.openxmlformats.org/officeDocument/2006/relationships/chart" Target="/ppt/slides/charts/chart3.xml" Id="Rbbd17d02440a4475" /><Relationship Type="http://schemas.openxmlformats.org/officeDocument/2006/relationships/image" Target="/ppt/media/image6.png" Id="Rcd3d25ed50cc4c4e" /><Relationship Type="http://schemas.openxmlformats.org/officeDocument/2006/relationships/notesSlide" Target="/ppt/notesSlides/notesSlide5.xml" Id="Rae1a76a4f0e04b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1c4b582964de1" /><Relationship Type="http://schemas.openxmlformats.org/officeDocument/2006/relationships/image" Target="/ppt/media/image7.png" Id="Rfd80776f99554892" /><Relationship Type="http://schemas.openxmlformats.org/officeDocument/2006/relationships/notesSlide" Target="/ppt/notesSlides/notesSlide6.xml" Id="R39f1fc53542142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567994f394811" /><Relationship Type="http://schemas.openxmlformats.org/officeDocument/2006/relationships/image" Target="/ppt/media/image8.png" Id="Re0d6794926b742db" /><Relationship Type="http://schemas.openxmlformats.org/officeDocument/2006/relationships/notesSlide" Target="/ppt/notesSlides/notesSlide7.xml" Id="Rfce62c4e5e1647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d558cf28340b6" /><Relationship Type="http://schemas.openxmlformats.org/officeDocument/2006/relationships/image" Target="/ppt/media/image9.png" Id="R5e7857e547b04a45" /><Relationship Type="http://schemas.openxmlformats.org/officeDocument/2006/relationships/image" Target="/ppt/media/image10.png" Id="R8bbe8e2c169c45d9" /><Relationship Type="http://schemas.openxmlformats.org/officeDocument/2006/relationships/notesSlide" Target="/ppt/notesSlides/notesSlide8.xml" Id="Rf1fe430c7f7440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a2ecccc8d4b55" /><Relationship Type="http://schemas.openxmlformats.org/officeDocument/2006/relationships/image" Target="/ppt/media/image11.png" Id="Rcdd009b96f944481" /><Relationship Type="http://schemas.openxmlformats.org/officeDocument/2006/relationships/notesSlide" Target="/ppt/notesSlides/notesSlide9.xml" Id="Rb619ff92a388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08fbfa1f144b8" /><Relationship Type="http://schemas.openxmlformats.org/officeDocument/2006/relationships/image" Target="/ppt/media/image12.png" Id="R7ee33f1bfa1d4a8e" /><Relationship Type="http://schemas.openxmlformats.org/officeDocument/2006/relationships/notesSlide" Target="/ppt/notesSlides/notesSlide10.xml" Id="R91b4ce22d4b847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5dfe98bde4e57" /><Relationship Type="http://schemas.openxmlformats.org/officeDocument/2006/relationships/image" Target="/ppt/media/image13.png" Id="R35088b4044d64c5e" /><Relationship Type="http://schemas.openxmlformats.org/officeDocument/2006/relationships/notesSlide" Target="/ppt/notesSlides/notesSlide11.xml" Id="R423648cf67e248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58b78f27f4f20" /><Relationship Type="http://schemas.openxmlformats.org/officeDocument/2006/relationships/image" Target="/ppt/media/image14.png" Id="R70d2bb86fce74340" /><Relationship Type="http://schemas.openxmlformats.org/officeDocument/2006/relationships/notesSlide" Target="/ppt/notesSlides/notesSlide12.xml" Id="R747db3bac2d64c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91bd80cfe41d8" /><Relationship Type="http://schemas.openxmlformats.org/officeDocument/2006/relationships/image" Target="/ppt/media/image15.png" Id="R8d740b299d6c459e" /><Relationship Type="http://schemas.openxmlformats.org/officeDocument/2006/relationships/notesSlide" Target="/ppt/notesSlides/notesSlide13.xml" Id="R688f651a55864e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96f45c4cf4f40" /><Relationship Type="http://schemas.openxmlformats.org/officeDocument/2006/relationships/image" Target="/ppt/media/image16.png" Id="Rbd81f1ea811940af" /><Relationship Type="http://schemas.openxmlformats.org/officeDocument/2006/relationships/notesSlide" Target="/ppt/notesSlides/notesSlide14.xml" Id="Rd3f9f16bcf104b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405</c:v>
                </c:pt>
                <c:pt idx="1">
                  <c:v>559</c:v>
                </c:pt>
                <c:pt idx="2">
                  <c:v>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Mulheres</c:v>
                </c:pt>
                <c:pt idx="1">
                  <c:v>Homens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52.9</c:v>
                </c:pt>
                <c:pt idx="1">
                  <c:v>47.1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Até 5 km</c:v>
                </c:pt>
                <c:pt idx="1">
                  <c:v>Acima de 5 km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59.1</c:v>
                </c:pt>
                <c:pt idx="1">
                  <c:v>40.9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0b8d3318d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A9D7F-C6A0-4E5F-BC7B-577D827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C4B50-6463-4351-84B7-AABBC75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DD72F-4FA9-4D37-9F61-691717DE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551d2ee6f4cdb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4C823-C052-4CDD-A0B0-349B5835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df9ee91264447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5DECA-760E-4DB3-BF3B-78F0019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ECBEB-3357-4FE3-BBD2-12A3E21B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77D0C-42CB-476E-8817-EB796C6E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337FB-A9C0-4042-A500-9932CB9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B0D63-C22D-4D17-A6AF-886A22C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8F69-9C52-45DC-892D-624B0E6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8EFB5-F558-4130-8458-DA8F7F5F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E1623-2744-44CA-8223-A03C881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843336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DC42D-53A2-4B65-9C30-AACF707E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340B5-966C-416F-8CCA-7E7F569E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9DC6B-D7D8-43C4-9095-8023DE72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841BD-B3B9-4F63-845D-59C81AC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D1EAA-B1C2-44DA-BD9D-F96553E4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66172-ABA3-42A2-AB3A-1CA1314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92C7E-BDCE-41DA-A283-4F9DA07B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55711-ACF3-42CD-A319-9A6EE9A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5DF33-1C2B-445B-82E6-34C937BC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BAE23-F9D3-4E4C-80D3-451EF51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95F08-6179-4D7D-87CC-E4BD449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E719E-5A39-423F-BB02-C262F9C8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bf2a08bf87494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B403E-57CF-4473-AC2D-86E11A2C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A0EAF-C73A-4571-A47B-CD387B43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804F6-9568-4CFE-A252-7BD65E0C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010C2-931E-46DC-A68A-EC2E84A3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57CEC-8363-4011-9673-81D198C5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5dd49c3ff48a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92DE2-D129-4F1D-9B2F-A8E0FC3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7981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09726-60EF-487A-B193-40C39F15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3DE8C-2375-4B73-BDD4-DBC7FC46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FA006-278B-4FA9-8D1F-A26B62A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mesmo estado pode virar duas manchetes. O critério decide a leitura.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0AEE5-A3E0-4007-9893-5865EA4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Santa Catarina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063E7-813A-4D2E-B1D5-B58E7BB7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18CBC-1D8F-4459-BC22-D36537F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E39EB-A4FF-4327-AB5B-3782DC97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A50C8-1B54-4C3E-8A73-B8A08FB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C48E0-1B3E-45FB-AD70-72927E8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BE020-208D-4ACB-832E-D9DB1C76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47721-C2E6-4B6E-A964-48896CC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02EDF-14E8-456D-80BF-EF16F40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0D7A5-7999-4A79-9F6D-1878922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C8B5D-3BE7-403F-8034-D48B0E5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2A8C0-1F47-4124-AB41-9D92EA75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4094F-3A9E-46F4-808A-7C8827CE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78CAB-38FA-4163-8164-E24980C9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6DC86-E45D-4283-AF7E-4984F5E5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083D7-A325-47D1-B26D-D0718105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B4D03-E8F1-4E3D-A3A7-68E8972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A50DC-5306-403D-B7B3-070EE8D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10CC3-8EF8-40C6-90D5-0D16DD1A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1D379-F23C-4E72-8555-76478A72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808E3-B5BE-4DDE-88C3-3068354F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AC1C6-796C-4D0A-A5DD-1CF0A29B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339B5-DE39-4729-B783-CF7FAEC7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4e6b6f6064265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A9B3F-3402-474E-8D07-A97018D0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336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1aab62b5745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A4EDA-F849-45B3-96CC-F1879C97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5A992-037A-4BC8-9D90-1BCAD7B8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90EBA-2076-4125-AE7A-D524668A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64F4A-7984-48F1-86F9-8E4E1A9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conectam cadastro, execução e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EF8D9-D4A9-4157-960D-7F83EA13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C8C83-10FD-4B30-B40D-0AABE63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3B454-26BA-44C5-8831-7C0F054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7FA1D-4FCC-4FED-82A7-64B2376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CB7C2-C59C-49EF-B041-B2A14C64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93C5A-D6DF-4D3D-9797-9AE24363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CCFC3-D172-4B2B-9B5B-5B44293E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4E176-4776-4A9B-B7C9-C2DEE90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76986-F159-47D3-B86E-3F772F0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B1A84-05C3-450D-81F9-29824BC5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E4CFA-DDA9-4D96-B247-8D11DCC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9647B-8D31-43DA-B7A2-065F0E7B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4805F-35FE-4C91-A25C-09BE838F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5DF8E-A6AF-40C5-9F2B-8F375740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99039-4337-4497-B7D7-0BD90B2F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EBEA5-E9E9-47C1-80FC-4FF389B4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001D9-F63F-444E-B8B2-C29B3979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BB2A5-2DF1-42E0-9F04-A47BF6DE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315F4-51C9-4248-BD03-C91AA7C4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D55E5-2E49-4C18-9213-F5D5802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A086B-2EF8-4626-AE11-0C95192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85C7B-3F0B-4C47-B8B6-575C482F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34458-512F-4834-90C0-8EF2EAF4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87B38-BD86-437E-A008-D89B3528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968E1-A327-4A22-9B8C-93F6D27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9C773-835F-4B6B-8BC0-70C67FA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CC422-343D-492F-BF62-2182C75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7F0C9-075E-4F9D-A276-2E396F2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a9d2185244153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0B909B-F420-4794-9DC2-632BB992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3951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63568-407D-4095-8579-7A103D3A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9D74F-8B6A-4BAD-8FA3-5E766F63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2EE86-0184-46CA-B9CC-CBF44C8E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F4AA9-0378-41AB-B83E-2CE741C0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42a624e0784ea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5ADDB-5665-4DC5-80EC-47956C98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85B80-AC74-4CC6-ADA8-19C96A2E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d17d02440a447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6201C-F71B-4F00-93E6-ED974217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F9BDD-49D7-479F-875F-B2E14681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6B445-6FC0-4D56-9816-8AFE3140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A4156-04C0-41A1-9FE3-D75E753D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7EEC6-176D-499F-B557-2C90CD39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98E6E-EC82-4D9E-AAF1-384469B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B2B69-6444-4805-80EE-577AC0F4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A2E21-ED02-4EE2-9877-703589DB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E5770-DD5A-4439-A232-146C807F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CEEB0-1168-4BE9-84C5-8E3A678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C320E-4DE2-4520-BA05-92A5E853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3B1F9-D682-41FF-94CB-94BE255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B6D4A-4E0C-4790-9204-4F38490A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d25ed50cc4c4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3F21F-07E6-4555-A617-AD5AD82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5080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DE79CE-64EA-4796-9404-8ED25AF9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F503F-6A6A-42D7-BA0B-D2C8F2D0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1487C-B050-4919-8B60-A9E01361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a plataforma anual da corrida catarinense.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BD220-2A4B-4D5A-AA2C-C6032367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F650A-414D-467A-A9E1-BAF7D1BB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5ED0B-8CC3-4AC4-861B-FA49364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B60B7-1B50-4F37-85B6-383AFF47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F71C2-2636-4D5C-A4AE-CE7F70D3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71257-0B43-4797-BAB3-5BE5387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58CB8-952C-4E83-9C8C-C5C6E07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40AB1-3CD4-4C8E-A625-C9240D1F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0038A-9AB4-431E-8721-5CAEF9FA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58417-A6D2-4A2C-8A01-E4B818C9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E0442-2257-4751-B78E-A9E2771B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E7D4C-9724-4DA3-AA91-5CEF356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03F3C-0B2B-405E-90FD-4C300B43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96ECD-AB74-49C9-8154-F36F31B1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A78DA-DF9D-4195-A78F-5E2FFB4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6D01E-B806-4010-BA1B-36E1975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640E2-2661-4811-846D-97D17EDF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C7AAE-CBE7-40BB-99E4-4B5F30D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77394-27D7-41A1-9B52-21F294D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6E44D-0A2B-4668-8816-41B081D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5071A-F7ED-42AB-AE77-24066343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1DCFA-9895-4882-A71F-3E7D0D0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AA43C-4E7C-4071-B431-3F6E0DC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62AEF-76A5-4C15-922C-25EB8AB3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3E8BC-540F-4DA6-A1C9-B2C0F623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EFA22-58B6-4F43-A7C2-604394A5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16C373-C70A-4B08-B5CC-41CE6DC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007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DAB1C-840E-4EE2-8416-4666ADE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0776f99554892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B064E-3A4C-4D95-B8B6-51DA0CFF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9956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05C5D4-A190-40D7-A4D2-C60268E6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E8418-16D5-4DBF-8F65-E0840852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5D985-5DE6-4B78-99C3-761B5CFF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DD683-7766-4529-A078-3B0D7DD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302ED-7D52-484E-A090-65C02FD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60A8E-F98D-42D1-90CD-0C823D42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A155F-18ED-473F-B7EF-7D2BA9B5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E31DA-4AD2-46F8-84FD-EB9BE1B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61687-671D-4DBD-9ECF-274B4EA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5F324-042E-49BF-8900-4B586641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8763A-61D2-44ED-AEB1-B033960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FC9C2-ED46-4F6E-9B5F-11AEF0B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8A122-19D6-4499-ADF5-2185280B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5BF99-44AA-4436-A7B9-BA7FDDF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A8661-C787-4BDC-90DA-2586B61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AA87A-5FE3-4058-9F1F-A9A7E39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BCDF7-E7DF-4870-9FEB-B3B339C9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3E863-A0F0-4F4C-9940-A3F84D6D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A498A-F2B8-408B-BDC5-593DB91B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FA839-335A-411B-8264-D41AE844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1C976-F2B5-4038-BFED-3498BD46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48E24-F42C-4A36-B335-2602634A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09F0F-FCA3-4C64-85B2-60988ACD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CEAF8-B5FA-461C-960E-218FB00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A4519-CA9C-4A22-8715-9D6E9FD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3CD5F-F31B-4653-AFC4-FB19BAEF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229411-EA4D-4D41-92AE-CA32EA6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16C8F-7F62-4796-84B5-13F9F67A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362D0-7126-4AEA-99A5-87CABBB2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26844-C12B-4210-9D7D-A778397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78236-4458-4B3F-8F68-D0E2845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28B07-9896-4673-99C7-682570BE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79C0D-7EF5-44B8-886A-B01C9054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631542-C368-4D95-A027-FB726B1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EE29C4-3989-4D0C-B20C-EE759C9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F9AA7-CF85-4B05-8DAC-AF59CDF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207BE1-DC66-4469-ACF9-B362918E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FBE862-D399-4953-95EE-6E8086A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9B445-61E3-474A-B563-26A2DF8F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146FCB-0A68-439D-B36F-1525F40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CF6A9D-D035-42CE-A63B-925334E0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66526-9DBA-45B1-81ED-70FA783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34B02F-0015-479C-AFF2-F7C3A3E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ACE3B1-B008-4289-B155-C97B0F19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3F06C4-91B5-498C-AC67-0362DDE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1869C2-C4A7-4646-B9F5-5677D85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ganha continuidade como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6EAC6C-C3B9-4105-AE54-54713469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6794926b742db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53860B-C853-45B7-A121-EAD5D16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4522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0B9498-21A7-4805-B2DE-7F9DB2AB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2148A-5642-4A9C-A7B4-48D0A97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8BD7C-EF6E-40C7-84A2-1AF565A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ED230-8BC2-4E55-B495-EA2E1DD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B63CD-A619-4B27-9A00-5EFB36F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398D1-9E3E-4E62-A128-7C329A6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9DAEA-8193-4895-9743-7D9F0A6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CE4FF-A679-4B56-AA5D-7245067F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857e547b04a45"/>
          <a:stretch xmlns:a="http://schemas.openxmlformats.org/drawingml/2006/main"/>
        </p:blipFill>
        <p:spPr>
          <a:xfrm xmlns:a="http://schemas.openxmlformats.org/drawingml/2006/main">
            <a:off x="1409700" y="3058586"/>
            <a:ext cx="1066800" cy="7979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FB9A6-7C11-4C13-A56B-7653325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79006-65B4-4F2F-884F-26BF0A8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B08FD-21C4-4ACA-B743-7FD6C3AB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FFB27-ECB9-4C47-8075-E7D5651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112A3-20BF-4268-A575-9A75C7C2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3BCF1-9C67-49E2-ACAA-FA7FDC4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23DAA-84D7-4F5C-86AD-52C62FA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40606-F38E-450E-933E-42B403C5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52E8B-A5B5-4F72-8DAF-E2A3CB3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AED2A-0C6F-4D36-86F2-CFC12AD4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73E39-6AAD-4F4F-A9EE-3AD16AA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97629-2C12-4A7E-9582-6913886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D7DB2-4796-4CC8-9DAD-C53AD1C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92EA6-E16C-4B02-9439-9CA6881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4FE32-4766-4FE3-975F-6C4567C5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A51E1-CE65-4E72-B104-46EA0D6C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E5AC9-A121-4532-B309-4AD38288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5EB21-831D-4936-B0F1-F3CEFBF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06A573-7174-4D80-833C-2E3EE7F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A5E5B7-3C57-41B4-8F23-2385F028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9D59A-A338-4707-BADA-CE88E9DB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AAA3A-9C22-4608-8D00-3EDE8CE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9286DB-35DE-41A3-93C9-E9DDC984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BC12E-6B49-4F30-BD95-1EB92238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D9789-BD65-45B7-8A26-3BB2174E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9B303-B5B7-4981-8FDD-E3690AE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03C4F8-9FD2-4DCA-A217-8CCF2DD8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3CC2D-D652-430E-8598-9676C541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6ADABE-95E0-4DEB-8D33-803CD26B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165CE8-5FE0-45AB-8C2C-CC775586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F22BD6-6C47-4EDA-B05F-CE321BE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AF1D95-8281-4203-8D6C-5DE37347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784EC3-4014-490B-AF17-FF200F1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47C6F0-1755-4F65-989E-76933A6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CDB0B2-0C96-4523-BC9A-6B3E7FB3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C84627-3E19-49BE-A75B-20CB1BE3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F8B517-0ABD-4C54-87D8-AA9C8378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5A0BA8-1EB7-411B-B6A0-B92CE4E1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CF4108-5FFC-4466-B0E0-F7985D8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e8e2c169c45d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DE80FB-4EC3-484A-B865-B403B458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0642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C7A4CE-9471-4FB0-8045-413FAB93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EA97E-DE7E-4177-8027-787D89B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EC27-5F68-47BA-BBD7-A2BF75C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39A01-22A6-4D0D-A0A8-C37C2341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E4A16-9164-462A-BCC7-45AA3F05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0DE0-E5AB-4C3A-9E2D-9D0BA55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832BA-3439-4BFE-9B79-85E4D80B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0A812-6A0D-4682-89B8-51D69A3D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4A241-392D-421F-A7D0-4E8037D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22FC2-72F5-4C29-9586-F57D39DD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C3D01-BEDA-4BE7-B4A5-9A87E480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CC6C5-C809-4268-8CFB-E3EFBC7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58B18-9D7F-4B74-8A7D-C6EE04E3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4F7C6-2606-4986-98D9-850CD67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60A1C-FFA5-4376-9101-32C9769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A15B6-DBD8-4946-81DB-7655A38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6D1B4-FB9F-4B1A-8BB2-E04E2C9F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6BED0-556A-4481-896E-DD839138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B90D9-114D-49CE-86D9-A5B6D856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44C95-6AF9-4B02-AC73-F5041F43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3E6D9-74B1-40C9-A0EB-136E402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61917-F86D-4CAC-A027-E39A98C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A953A-6364-4499-9729-E389F10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B30B8-4BD5-4495-9D7B-175368B7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204F4-74BB-4DC4-BCD5-22BF6B0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72D07-5E89-44DD-B7CB-4A941F08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96783-B072-417F-96A1-5C2682CE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506C8-B2CE-417F-8037-1820C3D8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7EAB2-7F80-4FFC-8B44-A8C71EAA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54EAB-0961-4C2B-A1D8-B57B2D0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9CDE4-4799-4854-8137-720C1F15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2715C-1138-4DB8-A073-629EDE91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D8CFF-23CF-462A-87F3-D6F76F2C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7A6A59-363B-4892-8C8E-166480D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4630C6-779A-4CA9-998C-57F8F46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A87F54-72D5-4A10-8A26-F823EACF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52589-FF43-4ACF-AAFD-D141FC3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375AA8-E3C7-4E39-842B-87F72FF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634836-3A7B-48F2-8D30-8069160E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9F78BA-4F9A-4F43-80E6-46ECEA1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009b96f944481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810F6A-F17F-4CF6-B43E-7A89189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90599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3973D6-96DE-47A7-BB30-E7D6BD04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777C9-063F-436B-838E-255DA609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482DA-D1CE-4727-BC7D-C15048E9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00807-99D4-4D9B-8CE4-C2C298EA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7388-2E94-4FEB-95E7-138F6C50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01478-5577-4590-8F24-9A1CEB6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ED5B0-E889-4EE0-B399-E270E090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4050C-802C-4CEB-AE32-7B399237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DB12A-2A38-4F34-8332-B9E5439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B3996-DA09-42CE-84BC-5960B76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04360-3211-40A8-8FBD-75E1A096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0B210-BD71-4142-B8EF-13FD48F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A4AAF-0168-4C70-A538-E287D1EC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D3C4A-C185-4DC7-AF89-92DF440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66217-3E23-4E46-855A-82762D63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CCA07-B03C-421B-B890-53BB795F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76704-1B64-48A2-9EB7-0AB46D0E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A1074-5D4D-4A08-83C1-E401507F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17041-3E88-4018-96A4-031D5F53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EC2EA-652E-473A-94F9-FAD91B6C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000D2-AB50-4C22-8962-C513F6B6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63B38-A45E-4EB2-8ABA-92A0DCC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8A04F-E9B2-48BC-A318-58D90C4C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0F389-3E74-4C45-8FD2-E759F3D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C9E48-0E22-4576-81B3-D3564AA3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34B54-A858-4A23-B7A8-70A3DF3C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E668B-1118-4838-93AA-FBCD250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E997B0-1961-460C-8250-BDBC07F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6A852-3DDA-4BD4-912E-A91252E1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F5E11-8AF4-40F3-A381-186CFA2C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9E616A-E43C-4B76-8099-2E835AE8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48981-8192-46A2-8304-0529EAC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2FA816-9934-4E59-B5AE-B07A3B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B26E3C-3411-41D5-B9C3-7F403B1A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D1640-D2DB-40C3-B865-FC6C6874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384C42-1399-470F-8BD1-688C3D2A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71BF67-4572-4F61-AE6F-3A25F279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D7D7DC-0D66-4DA6-8729-DB1845F9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C82BA9-EB43-4A1A-872C-BDE8AB8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691FB5-773C-4A97-9B94-9B4C42A6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8C3F9-FAD8-4D9F-BE51-950BB9C6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600318-1766-40F7-97C1-C435A25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8C7F98-63A7-42DC-BA6A-C01B8C99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3FAA1A-76C1-4433-A489-198F5C6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FAFC2C-904F-45F6-9DF4-0EA18792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B4AD8F-A1C7-4DF5-A3F9-C0BE7042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B97C78-7F84-46CA-B1BB-9F2BEB84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77F826-0C64-4C26-B196-08A1D906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DEDE5D-5A88-4958-8840-692537B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F2AB71-A29B-4126-9E95-B7F84ED2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681112-2635-4805-A6ED-61270CA3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2BFE9F-0F3D-4D3D-A8B0-1460A026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93DED1-3833-4A28-BA72-1CCB36B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C99432-9575-40F1-BC84-8566840C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E01497-0DF6-4000-A484-D3041E4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1BC233-2B22-423C-8DC1-0A3FA2C8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5BDC1F-A3C0-4FCC-9A13-03CA25E1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33f1bfa1d4a8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79B1F0-52F5-433D-A356-4B9CCA9D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0933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12478D-ADD2-4228-8773-FF76AC2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0E0D9-B9AA-4610-A266-86279EB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45C2E-19EF-475D-84CC-1AB11BDB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3429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5CAFA-8676-480D-B902-D2A006DC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DF6F4-9163-4803-A38C-0E46910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FF92C-745F-4B5C-9AC9-7602227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1E6AA-1440-4BEA-9FF3-D293B6D8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B35F0-BA9D-4EAD-931F-E5BF5E6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9EF11-B551-4B1F-9B8D-6A300EB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B78FE-FA70-4FF1-B394-0878B0F4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163F5-C82B-47CF-97AD-A6400B0E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DEF53-E715-4409-A8B8-1E8BAA49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72885-E27E-4976-B132-E9B79422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12D44-97EE-46CB-9614-BD8686A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01A16-C168-469F-9693-95034AD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C432D-033C-4A0D-A97F-F2FBE58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D1CD7-278F-4BDD-91F2-410E4860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F657D-F555-4945-8217-440FCD8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516FE-74C2-458C-91DB-C1B4354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26799-8D45-44A7-94BD-573F10F3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25252-7669-4291-8701-839E913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11E75-693A-4827-AEFE-36B51AA1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9A925-9B1A-473D-934E-DE48F860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485C8-FF61-454D-BDFC-51A7C83F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88b4044d64c5e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DA82D-BEDE-46C7-B276-7B63C302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1899711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2E457-C392-46DC-BC03-9721763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5B9EE-EFFF-4F37-B710-9F89E4A4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182A-FD05-465E-9A83-C253D00B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D4700-BE78-4DC1-9EA5-058E7455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1255F-A616-4E4D-A43C-0A661157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BC50-509F-49EE-AE07-1B7BC32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439CE-7D9C-4FA5-A9AC-F2C9010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AA353-90C8-47AA-A5E3-F99377C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FA510-CC00-4A1E-B101-7E39A216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BBB59-C60A-4207-A337-B9050DC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98BAA-1D84-4442-A818-777193B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EE005-FCE2-46E0-800F-DE812517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F2F12-8230-4D93-9328-2652662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66DA-EC84-479D-B0B6-6747D819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3B47C-8BE7-46A7-8F04-CB34233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747EA-B6A8-431F-B3EB-F00F9936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F2D8D-540B-4C47-8B0A-F3FE2B4E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80DC7-0F86-40F7-A038-9D08207F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51387-BC97-45C2-B748-8D6FACE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F874D-2D54-44ED-B0F9-7530165A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9A3C5-1DF2-4B13-95B9-C559C4A8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CB02F-C3C4-4F7B-A9A0-8F7A6D95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9830D-B335-41C5-8257-8C4DA2DE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77998-7A9A-4B88-9721-7AA6723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C7AD0-966B-4D42-A53A-FD7C7874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FA10A-C987-4FC8-8EC7-8F4D1AC0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CA46A-533C-4178-9551-FD645E3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2bb86fce7434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23633-D52F-41DD-8F42-8163D121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4354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76B314-AFE4-44EB-84BD-1A92F34F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2E61D-D3B5-4DEB-A40C-A8080D8E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96E43-D9E5-468D-813F-7E06C446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0C66-C69A-455E-9043-3E0E142C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6B051-D007-473A-9F36-68AED807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6C65D-D802-4247-8BA9-CA747FA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2B400-4145-4DEE-BE1D-849DF471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AC945-CD4F-4DF9-96BF-578B4E55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82439-326C-46A4-BBE0-56EDB48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974C2-7026-4070-8E7E-31A1C64D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34A89-49D8-43AA-B942-263CC1C9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3A670-B504-4F47-BE62-65E5038B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EC4A8-1E80-4257-875E-71B8D32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05DAC-5AAD-4984-A9C2-0F5F5FCE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C883E-9F01-4139-84C2-A683385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71B8B-A383-4861-AA94-3048705D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2E020-33C4-41C9-86F8-115B7DB3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B0226-544D-431B-A4CC-07F099D7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F694B-C4C8-4E6D-9AE5-F2FCAD56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B3CAB-2359-4307-BB46-E60C23F2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BE126-4DBE-4068-8C05-7A65DA32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10D9A-F594-4295-951F-0131B23D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F8A2F-CFC2-40EC-80E0-41786AF1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4D12D-DDDC-452F-9190-864FB34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85CC2-9162-40DB-B86B-9102E286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B5A1E-4AA9-49C9-8975-92A8A5D0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6EA40-1BFF-4B56-AEA5-802A0F3D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29917-F3FC-457A-9926-836B7D6B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86D0E-C40B-4295-893F-CFFBE95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2F545-F910-4D7D-BD10-4D89AE2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962CE-129A-4C5D-BD77-A2D074E3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26574-2DB9-4830-A8EC-029F0C8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2D3C7-1CE3-4DCC-96B9-7C9663D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295D80-AFA3-42D9-BC25-FB200E2D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60986-0F2F-4E16-A392-4354F7C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BF81A-BF69-4AD0-AC0D-992A361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868BD8-75F9-466A-9EC5-8A1287A4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A7361A-677C-45BC-A269-59C7A2CB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E7D905-FC00-45F2-9EC6-FCFA8B2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752162-4292-47AF-9911-96B8A41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8A81D7-2C42-4E9F-90D0-778BEF4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01F499-778A-4DDA-9800-C4038C1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integra o produto desde a fonte até a publicação.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677B8A-AB8F-4ADD-844B-E671241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40b299d6c459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23777C-6B5C-4CA4-8C98-7CD2C29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75435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C2D31F-E61C-4916-8D3F-FD5EFF1D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C3827-D088-4FEA-8339-1D2E699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AEB54-D5A7-43B5-B5C5-44F9A72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F8C2F-F25A-4D8A-8CBC-916C86F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DA229-2ACB-413B-A725-694ED429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940A1-6062-44C5-9329-98C4CC1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288BF-FBDE-4DAA-B405-BE30B5F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24E09-A354-4905-AB4E-B98D4DD4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EC554-0A2A-495B-B202-E9EF7859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D275E-D921-426D-9340-58732DF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BD61C-B6AA-4B6F-864C-C97C0190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DCEC0-9F05-4886-A4B0-31DBA4FE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3143D-706D-47F5-8BB7-C494D2C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5A19D-4B9E-4ACC-87C8-B2395F5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DA000-94AD-4FA2-A834-78C4074F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48B30-E6DD-49DB-A17B-2F78F2A0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8229A-9D01-41D2-A795-5FC44256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B0CD5-55C9-4E0D-83C5-4D07045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9A566-89B0-4876-9AFB-0781143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0A326-9BCD-4922-B474-445A2F65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4E5B1-7054-43AA-B66F-463052E8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74CA9-3FAF-4C0C-8EC1-11AB7D6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1845A-47CD-4358-A3A4-E69290AA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74FFF-1EEE-4385-A303-2F694FB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BDB0C-637A-4E4E-B4E9-2F9EB09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1DEA3-58E8-4932-B04E-C6EA115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646E7-9A20-484C-8EE1-1E8AE3B5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A9153-E825-4267-AD74-FF9241FC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19037-5B7E-491E-BE7A-984B0D83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85D050-115E-4814-91D8-26C8FE10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F9F7C-BC0D-4D47-91D5-2276A16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D7E46-2C27-43A4-AABC-29B6569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2643A-61F5-44D6-A0C4-461D921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E47B34-B01E-4B0A-AA9A-2A4ECADD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medem universos distintos. A diferença sustenta o contexto metodológico e não permite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F2661-41D0-4F6C-A39A-092E5CA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1f1ea811940a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458AC1-BADE-4CEA-9B72-7E1D6F13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746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2026-09-10T15:37:33.9660000Z</dcterms:created>
  <dcterms:modified xsi:type="dcterms:W3CDTF">2026-09-10T15:37:33.9660000Z</dcterms:modified>
</coreProperties>
</file>