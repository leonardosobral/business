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6980d8470c4716" /><Relationship Type="http://schemas.openxmlformats.org/officeDocument/2006/relationships/extended-properties" Target="/docProps/app.xml" Id="R37ab34d9f6bf4e8d" /><Relationship Type="http://schemas.openxmlformats.org/officeDocument/2006/relationships/officeDocument" Target="/ppt/presentation.xml" Id="Rfae88cb1bff9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47affb0c3e4ac0"/>
  </p:sldMasterIdLst>
  <p:notesMasterIdLst>
    <p:notesMasterId xmlns:r="http://schemas.openxmlformats.org/officeDocument/2006/relationships" r:id="Re7f22f179e3c455a"/>
  </p:notesMasterIdLst>
  <p:sldIdLst>
    <p:sldId xmlns:r="http://schemas.openxmlformats.org/officeDocument/2006/relationships" id="256" r:id="Rea398560e0db46f7"/>
    <p:sldId xmlns:r="http://schemas.openxmlformats.org/officeDocument/2006/relationships" id="257" r:id="R0c6d30cadf404097"/>
    <p:sldId xmlns:r="http://schemas.openxmlformats.org/officeDocument/2006/relationships" id="258" r:id="Rd7f8dc29efa94495"/>
    <p:sldId xmlns:r="http://schemas.openxmlformats.org/officeDocument/2006/relationships" id="259" r:id="R199a5454b669480a"/>
    <p:sldId xmlns:r="http://schemas.openxmlformats.org/officeDocument/2006/relationships" id="260" r:id="R5b6f37487e5d49d8"/>
    <p:sldId xmlns:r="http://schemas.openxmlformats.org/officeDocument/2006/relationships" id="261" r:id="R83f949b6ba7147a5"/>
    <p:sldId xmlns:r="http://schemas.openxmlformats.org/officeDocument/2006/relationships" id="262" r:id="Rf6e3f0a6e1424035"/>
    <p:sldId xmlns:r="http://schemas.openxmlformats.org/officeDocument/2006/relationships" id="263" r:id="R45e6659815604d63"/>
    <p:sldId xmlns:r="http://schemas.openxmlformats.org/officeDocument/2006/relationships" id="264" r:id="R5f85c29492754743"/>
    <p:sldId xmlns:r="http://schemas.openxmlformats.org/officeDocument/2006/relationships" id="265" r:id="R15479392357b45a3"/>
    <p:sldId xmlns:r="http://schemas.openxmlformats.org/officeDocument/2006/relationships" id="266" r:id="R65903a847dc24aa8"/>
    <p:sldId xmlns:r="http://schemas.openxmlformats.org/officeDocument/2006/relationships" id="267" r:id="Rcd008b7395864040"/>
    <p:sldId xmlns:r="http://schemas.openxmlformats.org/officeDocument/2006/relationships" id="268" r:id="Rc4b02212d3d14ffd"/>
    <p:sldId xmlns:r="http://schemas.openxmlformats.org/officeDocument/2006/relationships" id="269" r:id="Rf5a0e4eaae7b46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01d36de28c4a20" /><Relationship Type="http://schemas.openxmlformats.org/officeDocument/2006/relationships/slideMaster" Target="/ppt/slideMasters/slideMaster1.xml" Id="Ree47affb0c3e4ac0" /><Relationship Type="http://schemas.openxmlformats.org/officeDocument/2006/relationships/notesMaster" Target="/ppt/notesMasters/notesMaster1.xml" Id="Re7f22f179e3c455a" /><Relationship Type="http://schemas.openxmlformats.org/officeDocument/2006/relationships/presProps" Target="/ppt/presProps.xml" Id="Rf877961c83a84977" /><Relationship Type="http://schemas.openxmlformats.org/officeDocument/2006/relationships/tableStyles" Target="/ppt/tableStyles.xml" Id="Reefbbae46d7942fe" /><Relationship Type="http://schemas.openxmlformats.org/officeDocument/2006/relationships/slide" Target="/ppt/slides/slide1.xml" Id="Rea398560e0db46f7" /><Relationship Type="http://schemas.openxmlformats.org/officeDocument/2006/relationships/slide" Target="/ppt/slides/slide2.xml" Id="R0c6d30cadf404097" /><Relationship Type="http://schemas.openxmlformats.org/officeDocument/2006/relationships/slide" Target="/ppt/slides/slide3.xml" Id="Rd7f8dc29efa94495" /><Relationship Type="http://schemas.openxmlformats.org/officeDocument/2006/relationships/slide" Target="/ppt/slides/slide4.xml" Id="R199a5454b669480a" /><Relationship Type="http://schemas.openxmlformats.org/officeDocument/2006/relationships/slide" Target="/ppt/slides/slide5.xml" Id="R5b6f37487e5d49d8" /><Relationship Type="http://schemas.openxmlformats.org/officeDocument/2006/relationships/slide" Target="/ppt/slides/slide6.xml" Id="R83f949b6ba7147a5" /><Relationship Type="http://schemas.openxmlformats.org/officeDocument/2006/relationships/slide" Target="/ppt/slides/slide7.xml" Id="Rf6e3f0a6e1424035" /><Relationship Type="http://schemas.openxmlformats.org/officeDocument/2006/relationships/slide" Target="/ppt/slides/slide8.xml" Id="R45e6659815604d63" /><Relationship Type="http://schemas.openxmlformats.org/officeDocument/2006/relationships/slide" Target="/ppt/slides/slide9.xml" Id="R5f85c29492754743" /><Relationship Type="http://schemas.openxmlformats.org/officeDocument/2006/relationships/slide" Target="/ppt/slides/slide10.xml" Id="R15479392357b45a3" /><Relationship Type="http://schemas.openxmlformats.org/officeDocument/2006/relationships/slide" Target="/ppt/slides/slide11.xml" Id="R65903a847dc24aa8" /><Relationship Type="http://schemas.openxmlformats.org/officeDocument/2006/relationships/slide" Target="/ppt/slides/slide12.xml" Id="Rcd008b7395864040" /><Relationship Type="http://schemas.openxmlformats.org/officeDocument/2006/relationships/slide" Target="/ppt/slides/slide13.xml" Id="Rc4b02212d3d14ffd" /><Relationship Type="http://schemas.openxmlformats.org/officeDocument/2006/relationships/slide" Target="/ppt/slides/slide14.xml" Id="Rf5a0e4eaae7b46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5aca2214fc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3dc05834a4175" /><Relationship Type="http://schemas.openxmlformats.org/officeDocument/2006/relationships/notesMaster" Target="/ppt/notesMasters/notesMaster1.xml" Id="Raff852f2140245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0f64d6470e40c6" /><Relationship Type="http://schemas.openxmlformats.org/officeDocument/2006/relationships/notesMaster" Target="/ppt/notesMasters/notesMaster1.xml" Id="Ra39745e68dff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0be45253224a3f" /><Relationship Type="http://schemas.openxmlformats.org/officeDocument/2006/relationships/notesMaster" Target="/ppt/notesMasters/notesMaster1.xml" Id="Rc650257d866f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c22cedabe04a38" /><Relationship Type="http://schemas.openxmlformats.org/officeDocument/2006/relationships/notesMaster" Target="/ppt/notesMasters/notesMaster1.xml" Id="R319d6b5565ed43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7a74a2bc2d426d" /><Relationship Type="http://schemas.openxmlformats.org/officeDocument/2006/relationships/notesMaster" Target="/ppt/notesMasters/notesMaster1.xml" Id="R76fca328456241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32ba65602d404a" /><Relationship Type="http://schemas.openxmlformats.org/officeDocument/2006/relationships/notesMaster" Target="/ppt/notesMasters/notesMaster1.xml" Id="R02c13d5a08414e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b0750385aa4e61" /><Relationship Type="http://schemas.openxmlformats.org/officeDocument/2006/relationships/notesMaster" Target="/ppt/notesMasters/notesMaster1.xml" Id="Rbc5ccdcab87a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0da40b9f0347d2" /><Relationship Type="http://schemas.openxmlformats.org/officeDocument/2006/relationships/notesMaster" Target="/ppt/notesMasters/notesMaster1.xml" Id="Rd6ec2510c4ac45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f399bdf326456f" /><Relationship Type="http://schemas.openxmlformats.org/officeDocument/2006/relationships/notesMaster" Target="/ppt/notesMasters/notesMaster1.xml" Id="R9e9bae3a49cd4f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f210a25d1449d" /><Relationship Type="http://schemas.openxmlformats.org/officeDocument/2006/relationships/notesMaster" Target="/ppt/notesMasters/notesMaster1.xml" Id="Rf26fafd1f35d4b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eace0190ec404f" /><Relationship Type="http://schemas.openxmlformats.org/officeDocument/2006/relationships/notesMaster" Target="/ppt/notesMasters/notesMaster1.xml" Id="R9b44b4efbdb847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8d7fcefeba4443" /><Relationship Type="http://schemas.openxmlformats.org/officeDocument/2006/relationships/notesMaster" Target="/ppt/notesMasters/notesMaster1.xml" Id="R3bb024422b134f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29eed938204ede" /><Relationship Type="http://schemas.openxmlformats.org/officeDocument/2006/relationships/notesMaster" Target="/ppt/notesMasters/notesMaster1.xml" Id="R0469c589181f4a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77c54a862349bb" /><Relationship Type="http://schemas.openxmlformats.org/officeDocument/2006/relationships/notesMaster" Target="/ppt/notesMasters/notesMaster1.xml" Id="Rcf19cade948b41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d9a08dea944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20ad2483a24d14" /><Relationship Type="http://schemas.openxmlformats.org/officeDocument/2006/relationships/slideLayout" Target="/ppt/slideLayouts/slideLayout1.xml" Id="R22efc31e1d7849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fc31e1d7849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13f86da4b41fe" /><Relationship Type="http://schemas.openxmlformats.org/officeDocument/2006/relationships/image" Target="/ppt/media/image.jpeg" Id="Rcca0fb2321d742ea" /><Relationship Type="http://schemas.openxmlformats.org/officeDocument/2006/relationships/image" Target="/ppt/media/image.png" Id="R25311d8da26b4aa2" /><Relationship Type="http://schemas.openxmlformats.org/officeDocument/2006/relationships/image" Target="/ppt/media/image2.png" Id="R372c7996a85d4ca8" /><Relationship Type="http://schemas.openxmlformats.org/officeDocument/2006/relationships/notesSlide" Target="/ppt/notesSlides/notesSlide1.xml" Id="R7b9b7103567046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f95421b674bf7" /><Relationship Type="http://schemas.openxmlformats.org/officeDocument/2006/relationships/chart" Target="/ppt/slides/charts/chart1.xml" Id="R1d58718de88c46b7" /><Relationship Type="http://schemas.openxmlformats.org/officeDocument/2006/relationships/image" Target="/ppt/media/image3.png" Id="R17acf2ba2b404136" /><Relationship Type="http://schemas.openxmlformats.org/officeDocument/2006/relationships/notesSlide" Target="/ppt/notesSlides/notesSlide2.xml" Id="R81c38bc75d37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c1a0111604ba5" /><Relationship Type="http://schemas.openxmlformats.org/officeDocument/2006/relationships/image" Target="/ppt/media/image4.png" Id="Ra96449eb7d4344ff" /><Relationship Type="http://schemas.openxmlformats.org/officeDocument/2006/relationships/notesSlide" Target="/ppt/notesSlides/notesSlide3.xml" Id="Rbcb665c8842e40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5c6cbe17a4e8f" /><Relationship Type="http://schemas.openxmlformats.org/officeDocument/2006/relationships/image" Target="/ppt/media/image2.jpeg" Id="R108288a90d344cef" /><Relationship Type="http://schemas.openxmlformats.org/officeDocument/2006/relationships/image" Target="/ppt/media/image5.png" Id="R5e8ba34d424b4617" /><Relationship Type="http://schemas.openxmlformats.org/officeDocument/2006/relationships/notesSlide" Target="/ppt/notesSlides/notesSlide4.xml" Id="R3874bce4d35942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56753d760432d" /><Relationship Type="http://schemas.openxmlformats.org/officeDocument/2006/relationships/chart" Target="/ppt/slides/charts/chart2.xml" Id="Rf3a14eee05de4fe7" /><Relationship Type="http://schemas.openxmlformats.org/officeDocument/2006/relationships/chart" Target="/ppt/slides/charts/chart3.xml" Id="R1d46985300c54c0e" /><Relationship Type="http://schemas.openxmlformats.org/officeDocument/2006/relationships/image" Target="/ppt/media/image6.png" Id="R1cd261bfbb274ede" /><Relationship Type="http://schemas.openxmlformats.org/officeDocument/2006/relationships/notesSlide" Target="/ppt/notesSlides/notesSlide5.xml" Id="R3eaf8059952841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268bf42314839" /><Relationship Type="http://schemas.openxmlformats.org/officeDocument/2006/relationships/image" Target="/ppt/media/image7.png" Id="R9c404e18984b4138" /><Relationship Type="http://schemas.openxmlformats.org/officeDocument/2006/relationships/notesSlide" Target="/ppt/notesSlides/notesSlide6.xml" Id="R426ea5f927244f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c16763adf4f3f" /><Relationship Type="http://schemas.openxmlformats.org/officeDocument/2006/relationships/image" Target="/ppt/media/image8.png" Id="R8a27109ba6254800" /><Relationship Type="http://schemas.openxmlformats.org/officeDocument/2006/relationships/notesSlide" Target="/ppt/notesSlides/notesSlide7.xml" Id="R69be7b0df5b540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fb2f4b5584b8a" /><Relationship Type="http://schemas.openxmlformats.org/officeDocument/2006/relationships/image" Target="/ppt/media/image9.png" Id="R88d51da6b7494df1" /><Relationship Type="http://schemas.openxmlformats.org/officeDocument/2006/relationships/image" Target="/ppt/media/image10.png" Id="Rc87c942d561840fe" /><Relationship Type="http://schemas.openxmlformats.org/officeDocument/2006/relationships/notesSlide" Target="/ppt/notesSlides/notesSlide8.xml" Id="R75f827499bfb43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77b1fbff94c49" /><Relationship Type="http://schemas.openxmlformats.org/officeDocument/2006/relationships/image" Target="/ppt/media/image11.png" Id="R349709e895e34239" /><Relationship Type="http://schemas.openxmlformats.org/officeDocument/2006/relationships/notesSlide" Target="/ppt/notesSlides/notesSlide9.xml" Id="Rf316d9acd78f4f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6520c150a439b" /><Relationship Type="http://schemas.openxmlformats.org/officeDocument/2006/relationships/image" Target="/ppt/media/image12.png" Id="Rb339d5ae28884db4" /><Relationship Type="http://schemas.openxmlformats.org/officeDocument/2006/relationships/notesSlide" Target="/ppt/notesSlides/notesSlide10.xml" Id="R2a2d73ac0a2341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37544479c47c2" /><Relationship Type="http://schemas.openxmlformats.org/officeDocument/2006/relationships/image" Target="/ppt/media/image13.png" Id="Refca8ed338e844ee" /><Relationship Type="http://schemas.openxmlformats.org/officeDocument/2006/relationships/notesSlide" Target="/ppt/notesSlides/notesSlide11.xml" Id="R9b9b3506d11a4d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12884feed41c8" /><Relationship Type="http://schemas.openxmlformats.org/officeDocument/2006/relationships/image" Target="/ppt/media/image14.png" Id="Rcf4aa98ccedf4a6d" /><Relationship Type="http://schemas.openxmlformats.org/officeDocument/2006/relationships/notesSlide" Target="/ppt/notesSlides/notesSlide12.xml" Id="R07a3d2cadbc340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4472cd41a45f6" /><Relationship Type="http://schemas.openxmlformats.org/officeDocument/2006/relationships/image" Target="/ppt/media/image15.png" Id="Rc36782b254764d9f" /><Relationship Type="http://schemas.openxmlformats.org/officeDocument/2006/relationships/notesSlide" Target="/ppt/notesSlides/notesSlide13.xml" Id="R78cb7949a30e4c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0774625af452e" /><Relationship Type="http://schemas.openxmlformats.org/officeDocument/2006/relationships/image" Target="/ppt/media/image16.png" Id="R734111563ed64dff" /><Relationship Type="http://schemas.openxmlformats.org/officeDocument/2006/relationships/notesSlide" Target="/ppt/notesSlides/notesSlide14.xml" Id="R97d553fe51c34d7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405</c:v>
              </c:pt>
              <c:pt idx="1">
                <c:v>559</c:v>
              </c:pt>
              <c:pt idx="2">
                <c:v>596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Lit>
              <c:ptCount val="2"/>
              <c:pt idx="0">
                <c:v>Mulheres</c:v>
              </c:pt>
              <c:pt idx="1">
                <c:v>Homens</c:v>
              </c:pt>
            </c:strLit>
          </c:cat>
          <c:val>
            <c:numLit>
              <c:formatCode>General</c:formatCode>
              <c:ptCount val="2"/>
              <c:pt idx="0">
                <c:v>52.9</c:v>
              </c:pt>
              <c:pt idx="1">
                <c:v>47.1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Lit>
              <c:ptCount val="2"/>
              <c:pt idx="0">
                <c:v>Até 5 km</c:v>
              </c:pt>
              <c:pt idx="1">
                <c:v>Acima de 5 km</c:v>
              </c:pt>
            </c:strLit>
          </c:cat>
          <c:val>
            <c:numLit>
              <c:formatCode>General</c:formatCode>
              <c:ptCount val="2"/>
              <c:pt idx="0">
                <c:v>59.1</c:v>
              </c:pt>
              <c:pt idx="1">
                <c:v>40.9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0fb2321d742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BCB40-839E-42B5-8889-128138D7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70A22-4F70-4FBA-8C76-3EA5745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3C648-F991-4026-BCFB-75FDBFFF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25908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11d8da26b4aa2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9EA83-FA86-45E9-9AF4-AE87E03D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c7996a85d4ca8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31BF8-B3AA-484C-9690-59BC836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4A636-B47F-41AD-9B96-7FB1C104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BEBF0-8607-40F7-A12D-4416A470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22C4B-246F-4333-8107-AD99704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27CAC-4D3E-4A3F-B3CE-B265E758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62B0C-6D91-4C03-856C-1B58DC2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DF53A-0511-4281-A319-D79CF3E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1C4FA-C52C-479D-B8F9-F560DE1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1515165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79452-5BEC-473E-A8BB-1814953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AB859-1210-4590-9DE0-3D8C2205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340B0-357C-4B75-B3B0-05F2276D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6F291-71A5-4C80-86E1-F7AFBCE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3D5D5-115C-4EC4-9806-98550967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370A3-5FF0-4FDA-A5A8-0E241BF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0F4C6-ACF8-4D48-960F-7A5E0C7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3126C-D178-4B1C-B22A-65185F89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0CAE5-0D57-40CA-B01D-62675E9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0CD80-C164-4C28-A9B8-AAE05D1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1EF17-FFB7-40BB-A43F-0EF597B4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87A00-6737-4A95-9EF4-6AEAEE19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58718de88c46b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9864A-CDD7-403F-BA75-C3C7F09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77959-C268-44FF-B1DF-F1E3A2C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33E59-5E8D-4F5A-A874-C36820D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8B91A-D79C-453E-8A51-3EE2C82B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B6198-0F9E-42BD-BACF-09A4504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cf2ba2b404136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9C1BE-F878-43BF-A6B2-CC71CAF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0049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07040-F834-4A5F-86B2-A42D5647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C1F82-A00A-4C01-980E-8252DF0C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07ECD-7A87-4A33-8AB0-C351441A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mesmo estado pode virar duas manchetes. O critério decide a leitura.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D4178-6837-4DE2-8F94-43F3009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Santa Catarina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C341E-6FAA-421D-895D-4E7010F3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A5216-0F6F-46ED-A3F4-BD66D20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F15B6-6C56-4B1F-87EF-1F528DF6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40F17-D7C1-41FE-8E34-F8A6B5AF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1CD05-3EF9-4AA6-B0A3-1E72D425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05719-BF44-45CC-ACC0-E515A20F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6EC44-D9E1-470D-A185-512C70D9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F100B-5604-492C-AA7A-D7E18F7F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7FED3-6595-4E6E-B5F8-DBEDD4E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21B89-7B63-48D0-8CD4-111FFADF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F933D-8028-406B-B30A-44AAE64F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80965-63F0-4060-B3E1-23331F73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1E068-34F6-419D-A1A3-98FF4ED8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808BA-3E89-4B50-9220-D6464227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B24B5-969E-4637-B3EF-D684E7DB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89CAD-1921-4F65-9787-35E9910A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3AA33-E3E1-44BD-B87A-6872FC3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421F9-6AF4-4529-965B-77DDE9C2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8B1B1-8A71-4EE2-A0E5-364D454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2C327-48AD-429B-AC08-FA0866A9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3BF00-58EA-4DA5-A709-D715A276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EA4B7-D6FB-4EB7-86B2-3A03AFAA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449eb7d4344f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AD3C9-CBCB-48F3-8BF7-36F659F8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4133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288a90d344c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C4CF4-6DEC-419A-942D-F7E898BD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DBAE9-BAE0-4767-937E-9BF2B5F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BB4BB-8A07-486D-A418-5D3732C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DC279-DC57-48C9-BE80-6A623A56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conectam cadastro, execução e resultado.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B118B-1D36-48D2-BBE5-1A64725B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F7805-1893-45B3-86ED-A61F641A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98DFF-CB69-473A-B9E2-FEB2E559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FB807-EA5A-47C0-8EB4-5480FC2F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A4697-C72A-4C93-BB7D-399D3D15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D979A-32BA-4930-A5C7-2269AD4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DA85E-8E93-48D3-A9A1-F6C88F08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6D8D9-9568-43DB-BDFB-2DB57CB8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15ECF-903D-4262-8474-E460A4A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CE637-A445-4073-90AB-629FB78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5676F-DCAC-4D06-9C62-EC8E2489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374B7-4D10-42C6-B40E-B7D4123B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27F60-DDBE-4109-9A7F-5ADD256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0ED34-2E92-460A-8F88-0ADC9FC8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A64A8-AA2F-4310-A6E5-289B71DA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5D22B-CF5A-43FC-B6F0-98271B7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57535-C723-443B-A6F6-C1CD32C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ECF60-50E5-4CC6-8AA3-65B24DAD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5396C-13F5-4428-B29F-E218853F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1E3B7-B419-41CE-B08C-906150C2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1033C-2B5F-446E-B1EB-FF2B17A9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F9E4F-2025-4E5F-A19A-38FFC5E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6528C-B0B8-4BA5-A2B8-AD2D594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5F1BBC-DF40-443F-8B13-5D4E7971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7ED89-8EEE-437B-918C-8B822161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8902AF-4552-4E54-9D99-57D6F137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545910-AE2F-4CD9-858B-1230358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EBF1A3-5DA2-4F98-9245-FE1AD37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ba34d424b4617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29E121-6C4C-446C-871D-CC6B00C1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4155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FB607-0069-4171-9BB8-9474EA57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D13E9-E886-474E-BEFA-781692F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DC67E-C449-4869-939F-BF4E9CF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91C0A-EAB6-4D46-9E4A-3929C2FC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a14eee05de4f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82681-7179-4E3C-A908-CC8DC9A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D0A6C-E3C6-44B1-B566-BE2E103F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46985300c54c0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452DB-E952-4A1C-A904-9D7B9C18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4A88F-B1BA-4BAB-8029-D385350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8C1FF-0CE4-48DD-B519-B10AFD77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AB28D-5761-4AE4-A706-0EC13C3A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A996C-ACC0-4838-AFAB-F89CC2CD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A0B53-A54D-4BD7-95AB-EA183A0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74E00-627F-4216-973B-B07E3E5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17DF9-FDA2-4189-B2BC-C7388336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4D6ED-DD81-48A3-91E1-F8248EBA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654AF-9D4A-435C-BAC0-5995529D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35908-65C4-4C0D-A704-3928CA4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A89B2-D1B6-4479-8E51-99EA4AC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DDD15-CF78-4C89-974E-50F3D56F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261bfbb274ed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A2C5F-A01F-4CD1-9493-2E20BCCD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39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5716DE-262B-4867-A339-E6872733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A223D-8373-4AC5-B423-3A81120F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069E8-4C75-4722-B0A0-1A68FE58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a plataforma anual da corrida catarinense.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9DB02-8864-4563-A230-963A8ABD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CC4AC-5F33-45AC-8CF8-1C477AF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14525"/>
            <a:ext cx="457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03213-3867-471F-8162-E7A3823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43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NSC: 6 EMISSORAS • 295 MUNICÍPIOS • 3,4 MI DE TELESPECTADORES/DIA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620E1-663B-4E18-A477-B4B0307F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E14CF-D605-4DA4-A889-E5CF9F5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B6FF7-A080-497A-A771-A90AB5A0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46AFD-25E4-45E0-B397-5A939999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1DA07-BB8A-4978-A8B1-52BF5F0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D285B-CA73-4D49-B523-D1D170D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00218-6840-4EC6-817E-C7CF132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76164-A1E7-47B0-8111-B23FDC1D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545DF-02A8-49CB-AC20-BF9C7E91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417E8-8E39-4DF7-9A5F-3B00C8A4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D2BC2-6004-4EEF-8FDE-F93CC03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F3935-78EB-472F-AE96-AD8956ED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DF574-A276-4C92-94EC-33E86C6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E12FD-4F40-44C5-A5EF-A7756D3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23828-B625-40EE-A9B6-4F4D54F7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16272-2289-406C-9437-56A198FD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9EC59-B1D1-482D-AD00-BF0843CA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2A4A5-EE11-4F63-99D6-21AB5901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2E7E1-9BF2-49F5-BC36-A88BA270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AE833-836E-453B-B088-83F17485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707DA-D59E-471A-B21E-20B2173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B8BF2-2DAF-45EC-ABEC-E1FB6778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B284E1-657F-4EC2-AFC7-7717904A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3D14C-88CC-4CD7-8533-2DE2EBA9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F1685-44CF-4173-B66F-54BF164E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632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A1A009-B6D3-4529-8154-BA46E23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007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75A0E1-9087-4556-8544-1C27074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04e18984b413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125521-35FA-4E4F-B3C4-7AF47814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8924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995195-D574-4D09-A64E-A64EB356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1891C-05AD-4CCD-BD8F-B28B42B6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9B529-2EAC-4997-9933-33386CCA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C0392-57D5-4274-A841-E6A001F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2669D-77B9-43A7-BEA7-E4BD5147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19400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F0DAD-CB33-44D1-B83E-2FEAD997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98A7-288A-4B28-AC20-6130D88F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61120-8A18-4F9D-803C-FF0C61CC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4FBD9-32A6-4CE8-9E77-1640B241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558E4-694A-4165-B2A5-FB0B23A2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87E03-F4A7-4870-A759-E7E2FC3C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2B0E6-189D-4EDB-A386-9A0E1967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5C2FD-7BC1-43F7-A537-E99A71F0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214B5-FD7C-4DA6-B74B-DCA0CFA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4BBE-5D9B-4B2F-B16C-46EA62B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61122-5B99-4C7C-979F-3BEC5C6B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F59B8-A196-4B49-887F-59C6C243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894BF-910F-45AA-B072-D788863A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C30C6-D851-4213-A2C1-45A4A349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10961-54C5-4A59-AFA0-C25EF696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7CEC6-1500-43C8-A2D2-E9286CEF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A1708-B20A-4868-B737-E95A815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6DD2B-AAEC-4E1C-8BD5-8EA08F2F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840A4-42F6-4F33-8376-1EA87817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6EC0C-200E-44CA-8E76-F1BAD89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075CE-E7E7-4928-81E3-E877C96B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2066B-E7D7-49F9-B057-1FF845B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1CBED-6DD8-44FE-9142-129873A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4294F5-B9EA-471D-802A-1CC5D66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74D46-E80F-48F1-B6A8-0DDF6FEE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4A7D0-CE73-4000-A19F-CC7F9CA9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7EAEA-D0D7-4029-84BE-4AEE6AC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782CCD-5715-4BD3-9BB2-39DBC013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156D98-3281-45EB-8E20-9E469ECC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C23F8E-283B-4FFB-9EFE-65A339FD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44AC84-3654-4C12-8230-63DD0E37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59155-0A17-4DBE-8A72-8094E22A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2BA1B5-5B52-49EA-B798-0F89506D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9A191E-7F94-448F-8E68-D39A38A6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A9AA21-E91F-44BB-A700-D8C28E5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82793B-22C6-4713-889F-0D35B86D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5EFF2D-37D1-4729-89C7-2F2B53CC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2B62DA-657B-4468-BF8A-188EDF4D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BDA7C3-44A7-4A58-B27D-ED8A2F4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277BD0-5DFF-4434-B22C-5D470E8B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E39ECC-7D2A-462D-A751-B405071B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ganha continuidade como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4A98EE-7361-4459-B7BB-9977199D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7109ba6254800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591FD6-8ADA-41BB-A5E8-4E9EDE33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8874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30AE1A-4DED-484F-8711-0296970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51BE4-EC29-4CD3-B0A4-E569AA68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82F76-7104-4F5A-BA1B-106ED29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DF6A0-1C61-4D7A-956A-A757B69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04826-B91C-49C7-8B3C-B1851630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05B67-2249-48B7-A94B-5BA896D1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D0245-A28B-470F-884F-BDBEDEDF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97DE9-80DC-4235-A06E-28575AA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51da6b7494df1"/>
          <a:stretch xmlns:a="http://schemas.openxmlformats.org/drawingml/2006/main"/>
        </p:blipFill>
        <p:spPr>
          <a:xfrm xmlns:a="http://schemas.openxmlformats.org/drawingml/2006/main">
            <a:off x="1409700" y="3058586"/>
            <a:ext cx="1066800" cy="7979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8EC37-F1D7-471A-B561-BB121B6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4EB1C-2D3D-4D8B-8090-5721CE57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19AC1-2221-45D1-904B-625115E2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B9BE2-951B-4D6F-ACD0-2240766F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FF420-67FD-4730-9795-62D4B2FE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7038A-20C6-4536-819D-969F5F8D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2D1AE-4065-4577-8625-11B50468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7C674-394A-4A06-A36D-3AE8EEB9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6B581-60AF-4B41-8200-0B552719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C6555-635B-4B8A-9C21-7B2B93D7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6BAAC-B83A-43A0-A5D1-9FECEC7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4A366-3D48-4722-A4E5-41DD83E2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9F088-354F-4684-ABDF-B789FEE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931EB-88A4-49AE-8CBE-AD2AFE38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45A75-B38C-4CE5-B9E7-A206F0B5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35B2E-1D25-43AA-AD13-46123BA9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81F55-50D6-485C-8BB9-46D1733F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B5C76-2660-436C-961F-FCD08C75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46E3A-C0B1-48F0-B0F9-CA5789EF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1FCA1-F0C0-442C-9E30-963E6249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BB7EF-297E-4A5C-9E9A-9379169B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A3652C-E2B6-4D70-A748-7224565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3A4D25-D1C6-49C7-BAA0-69DB15F0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DC121-817C-4118-8CFA-DEF5D7E3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0D50BF-6ACD-408B-A9D3-5AED6B4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ADBF6-9F73-493F-937F-953D97A6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1C880-13FA-47C3-8F46-DBDF488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7C8ABB-EFC0-40A2-A5C6-6B0CCAF0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BC775-A303-40D3-833C-1A3B6562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3952EB-CAD4-4E67-8D3D-108787A3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59DC40-0F75-4F59-9704-017F3B8B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F07957-2B80-4DB7-89E2-25138E6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D944F1-88D8-4C71-990D-3AAB62EE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4DD9DD-A553-45D2-9FCE-1A212BC6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40A699-4A5F-4982-A513-F72A341E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6495EB-4128-4ED5-A3CF-350CBA1A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7E7B81-0F55-4745-915F-AE1FDFE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1CCB72-AA60-4139-BD98-1C7E11E7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C0B396-341D-45D8-AC7B-49242A03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c942d561840f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6094B0-8EAA-4F12-B1E1-2620A4CA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3672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F9E120-3B5B-4A78-86F1-290D8D2A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8927E-61C4-462B-AED0-AD220A0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001D7-F5E8-4640-AD54-CC9FD5B7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F343A-DB65-49B9-877D-6014FA39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41471-792B-4139-B382-54A1FFE0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E4CF2-ACBD-4675-A015-1EB4B600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7455D-31A7-441E-B0FF-11AB96A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CA49F-7B01-49A1-A6F8-DE312CA8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65E9F-3A3F-4068-933C-4EA62813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FC499-9CE4-497D-AA8D-E120CB48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5966E-DAE7-452B-90EA-E45BA677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9E05E-4AAA-4FE4-AD7F-2D068F6B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E6994-AB63-4036-95E7-36ABBFDD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5DE57-9707-417E-AED1-31A12928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35F76-FEAB-4D2B-A45E-EF772510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05ED3-BE31-48FD-9311-1EB0C42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268E6-B05D-4813-83E3-BF6909BD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904FE-9F54-451E-AC36-745204DF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796A5-1D3E-4605-8440-B12E5668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23E83-17A9-4427-981E-B3E751D3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700CD-BA0A-4E12-9018-B73D8A22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2BF0D-4FE6-4172-834C-6F529902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F661C-4A57-4D55-A583-DBA675A6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686C8-4B03-4EA8-8C6E-31CEF624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A8861-FCDB-4662-99FF-237941CB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721C0-939D-4C07-8D8B-23FDED3F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C5B16-6C62-4E9C-A196-1559241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99C58-A2B2-4523-AE14-950C8858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A73C3-CE32-4E66-84B6-4A3A1F19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8FAEED-3D36-4F73-8775-5364F23C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3E6D5-1B07-4B67-A02A-729397FF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53FA7B-1DC4-4C61-805D-621FFF64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442E5-0983-4908-ABA9-25B5D74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927455-2C0A-4A38-9E2C-986BA49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CB6D80-CD7E-4340-AAEE-14F559C2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AF2290-3BF7-44A3-9D39-EE7A940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0958A-FF68-46AF-A6D4-C44B9AB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B7C018-ADFF-4893-9B9D-A19C344E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0DA46-F5A0-4FD6-B2EA-719AF86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80DF97-5AC9-4BC9-A905-13AF5157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709e895e3423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498F45-3320-4A39-9142-C17E68D7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96302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9166E5-8545-48DB-BE0C-5EA380A6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0A5D9-21A6-4DD5-915D-C5A6D65F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BC960-31D7-4146-A78E-B8CAD787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6469D-1EA2-4160-9CD4-A95A193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6078F-E0AE-46F3-8088-2D07B442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2B9B2-A087-412E-ABFC-6E9705F1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20591-556E-459D-BBCF-38DB1EF6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50164-6177-46F8-A9EE-36D02AC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A21A8-D00E-4357-89D0-4D7A2A3E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430F6-8F7C-4BF5-B5EF-DEDBCA74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91C3C-FF7C-495E-868B-4FE2CB77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4E950-1231-46D4-AF39-1659B8F3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3DC54-1426-4052-8C74-73C40472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FE687-00C8-453D-B71C-78FDA9CD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EEF0A-DC74-473D-8F56-B37D443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FB9F4-958F-41C8-93E0-EFCA443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AECDE-0837-452C-8458-E5740B7F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04A64-66AD-43A0-AC7E-9E26FB04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4AD7E-559D-4EBD-92BA-1CE1BDB0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A03BE-518D-4734-A0FF-14ACBEE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A0269-8B05-4B1E-A8A8-B3A5A96E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33529-FBB6-4586-A785-C87E8C50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CDB36-00F9-4BB7-B12B-ABE2F50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C7822-002D-4F96-A5B1-7BB32FFD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44D8C-0712-49FC-87E5-A54CF432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80CFE-C9C5-4889-8630-B2234C2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89554-1A9D-411D-9986-420B890A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EBF0-4CD9-43DC-8A8B-648173D5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74175-FB87-4947-A799-EE4D82D7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B3FB7-807F-4A56-B3D0-94C763B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5CC7B-A2A2-4F9B-B016-15FA4220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61B76-3D75-4BD3-AB11-3D4CFD6E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B18DCE-16E9-46EA-962F-14DF4871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A3ED7D-8F28-4AA4-9065-BF8626D4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7B4BBE-BD3F-43E9-8558-9BE84B18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70D1BE-1F8A-44FF-A7E6-6BEBA51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7760F3-95D4-4CAB-80B7-D3D4EA41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171A73-49F4-43D8-9C38-BCEF793E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5D3E7B-3509-40B7-AF28-8A38A25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9C3FFF-6CD2-48D5-AB62-027C968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ACCE5F-8EA8-4D9E-A8E7-8E1F69B2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EEA412-3EB6-4DC3-96E0-BFAF8CE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39D590-C21D-4EBA-8DDC-1B1CA5EE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B923B8-0473-496A-B64B-EA95B9F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6A8C35-3199-4F0F-9E2D-00F8F4A0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26E596-3CF5-4AE1-AB87-A9601613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5C39F3-4854-4C98-8622-E0CDDB3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55048D-821E-4495-A7E8-F1E08E03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F4471B-F05C-4376-81F8-B9D41E33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C2D4E3-203F-4A1A-B37E-C3519A46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2114D6-CB64-4E11-8886-7079FAC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CB3FA3-D482-4AD4-AFAF-8B9262DA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701375-545D-460C-A4B3-58249ED6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55319D-9B2F-4CAD-A1D6-CC882F1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0B323E-631E-43D6-B69C-481FEB95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D5DCD0-E4CC-4803-A59A-4291BD65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07FCBE-B859-4405-8E09-13BED807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9d5ae28884db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944B54-791F-4EA6-B9F3-1FBC2904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8224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D3E04-AAFC-4039-A0F0-8266C99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7EF76-A64C-4232-BCE8-1D6FF9B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E1AE4-C878-4CC3-8F47-37D11A91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3429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C834E-BFAD-4265-9175-7B8A7EE4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220A5-AF8C-443F-A77D-108A34E2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B2260-8212-49CF-B7A1-39835D3F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19F8-3D07-40AD-99C7-EED49A7F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2D814-90BE-45C0-BACF-387B255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20DAE-373A-4269-9F27-1998EA0E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FE7CA-0F1B-4638-A474-B95FE17C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0F386-74C2-4CF8-BB76-E06C8A6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BF057-9180-422A-B62A-84BA01EF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267AE-C53B-44DB-8453-8F725E67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B424E-20B1-4F8C-9989-6B44F8B5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C34A5-EBC0-4654-9007-B3F69BD5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64859-6BA9-4953-A166-015A2F5B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A4C80-ED1F-4162-A724-01E09B7F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25CF8-1F36-4DC4-B2AA-B7717A48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64BEA-4F2A-4831-8610-A30F3808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055D7-13DF-47E1-827E-2A5FFC71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7D4E5-A16F-4B65-99B3-6CC533E3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07EB8-B9A4-44B2-AE84-95358538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7FFB6-324F-4764-82EE-A027E929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5350B0-8AAC-404F-BE43-F4A6F878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a8ed338e844ee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B510C7-4CE1-4B8E-A751-4A4CA363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696852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F636D-1EF9-428C-8E41-4339DC39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A9AB1-75CE-423F-8C9C-19A613E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DFD45-96E1-4F71-8E5C-153A3736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3D7C8-9909-4C81-B2FE-2D4DB135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73514-358F-4263-8C49-0C9246E3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36A6E-35E0-4FB6-B57E-35F1D58B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3651C-5AD2-459D-B5A4-F5BA41E5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EA684-516F-4778-9A84-E7FE0B48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BB773-5E06-482F-BA46-99E07884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236BE-F92B-4D49-9F36-80E89D76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2FF1A-B6C7-4107-B34B-10E8843F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1F209-8A77-467D-B3DC-1456592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9E39B-3EEC-487E-AFF1-355DC47A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7E7B1-1BD2-4096-820C-051BABD7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E2530-7322-494D-A28F-9B228CC0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53422-2678-4740-9B63-39E0AB35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DFDFE-C2A8-47EF-8803-74238307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6A68A-A15D-4080-832F-9C49175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CD02D-CBE4-4A44-80BB-2409CA18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DB549-9BE7-4D8A-B012-988795F0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26AB5-E4E4-413F-98C0-1D3BAA87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CA386-7A51-4C8E-A9EC-578CE68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95CF8-8DB6-4088-8CDC-8B43EE58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1E438-5712-420F-89BE-92FAD7C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BC3BE0-BF6D-49F3-A6CE-9570697C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7E264-8662-46FF-8518-9372556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A22F8C-54DB-4FBD-99D9-6483A079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aa98ccedf4a6d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58A35-E145-478E-93F1-7C88EF4F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45723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29F3B2-D734-4419-BCCB-DD7C08A4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91FB2-3D05-482D-82F5-12195AC2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151F4-502E-4227-992F-72C004BB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65A08-0B61-4F65-A946-BA53D9C3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8F375-9EAB-4EA4-85FF-DE8F681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8A85D-8A04-4E18-973F-A4DF231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158EF-AE17-4BF5-AFC3-C553C0B0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74635-4DBF-4610-8567-B5EA2F1E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E0BB1-F651-458C-891D-FC117D2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1CECB-1BFA-47E4-AD54-CD933F2D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54D49-58F5-4189-8A0B-BCF9F168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F22A5-7434-407C-8CEC-89D81EEA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CF371-69A9-4AD9-9216-D627C3EC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E7A86-0CC1-473A-9290-412AD2A3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8D848-8683-4E16-AEC2-2A9BB2C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E498A-C7D0-4BC4-A9C2-97106FD2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06096-153A-429C-B459-653859E3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38F23-F69E-41DD-AD79-044E4F38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77173-B07E-491D-BCFA-262002E3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BAABB-D1D7-4B0A-8721-E32FF71A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8C095-FD07-4E62-A21B-1C6FA27C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DD206-D0A4-4271-8AD7-A34137EE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DD45B-B6FE-42A6-A66C-1A53B180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C2D32-36E7-4C88-A893-A5618C9E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E9CC8-76E0-41A7-A8EE-CE22DFFE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F3025-0B60-4B1B-ABCC-E4622065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200B2-3B9A-40E4-910C-7BB2181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61FF42-3B70-4EF9-B143-B14D0EC6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9887D-A7E3-416E-9BD9-248AE61B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AC190-2A6E-4836-A0C4-AD9856E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7C2C6-39F6-447B-B005-276BAF44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F2C99F-3560-42E8-B7B5-65A24AEC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D0CE41-5F2A-4677-96E1-89E711E5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9C9CB9-5E57-4E9A-B712-1D112BD4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918CA-7411-455F-A26B-29FA0C94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6A6602-9BC3-4DAF-B83C-4E8416C3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B1D43F-1808-4259-9F06-AEED093F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24FE58-CA21-4007-8FDA-AF8A6C21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79E174-5D76-4AFA-9146-BEC20044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B35DEB-E707-46CE-96AA-1B523D5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EA9E10-5AEB-4902-B014-8AF5CB0C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272C47-B6CA-4369-BD99-4E56D6C9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integra o produto desde a fonte até a publicação.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9BAAC1-EA36-4D1B-82E8-AA6A9B23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782b254764d9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CEC451-617D-43C2-99CD-5739DD35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849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C5E302-11BD-4394-A67C-DC289551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02594-0B50-452B-A747-3D3B6A99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B701F-9C31-432D-AD72-C99AAB56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80525-914E-4EC9-9557-25172B9B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FB3F1-7BED-4E32-9E2F-7DFED2B7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6A24F-456F-45C0-99E3-7C5A109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76754-1F08-4A6E-B34F-E143AADF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41581-2A64-4483-86D8-7C6EE18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3B73C-65B5-448B-A4FD-5BF5538A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37C5E-092C-4BCE-941F-9487130A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69561-8D0A-4812-9968-8EA12972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49EFF-F3A3-4774-AF2D-9491CE4C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BCF58-D9EC-4C10-A2AD-961E92EF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B9E8D-3120-4F44-8859-EBEE1C22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C66B6-A78E-4F9C-BBDC-1D373569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EA350-CB47-4B2E-AAC4-89E453EB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40A26-83B2-43DF-9CAF-B107A78A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A4DCA-80DF-43E7-B9CC-6AFCCF94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AE14E-ED16-42AE-9805-BF19ABEB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AFCDA-EF77-46BF-A0BA-F6183CB6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87E8B-FC9F-414C-9F98-DC4B4D18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264C0-8164-48ED-A09A-282A152C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7F55C-F577-4987-A527-30A61D9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B2813-6945-4048-8E19-6EC07C61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C2228-DB6E-4C71-B426-EFAD6DC3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B9BA1-D753-4F61-9200-8D0C8E0D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E4F2A-CE76-4E6E-A23A-13960812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0BC507-9C66-4719-8E56-F988F50F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0695B-78FC-4C84-91B0-C1EB60DF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E8B88-5F14-4249-9FB8-30A03BFF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E76CB-EE18-49F7-B3B4-FD23BC0E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6B6F6-D424-4871-98FF-B109F71A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67F54-B744-4DFE-8961-5455F41D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E1E96B-E13A-4D49-B75F-C0962E17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medem universos distintos. A diferença sustenta o contexto metodológico e não permite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816C1F-4F5F-4AC1-8106-70AC968F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111563ed64df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412C2E-0E1D-435F-8BFC-0E819C9D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6624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2026-09-10T15:40:27.4790000Z</dcterms:created>
  <dcterms:modified xsi:type="dcterms:W3CDTF">2026-09-10T15:40:27.4790000Z</dcterms:modified>
</coreProperties>
</file>