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658461dbb48f6" /><Relationship Type="http://schemas.openxmlformats.org/officeDocument/2006/relationships/extended-properties" Target="/docProps/app.xml" Id="R5b67396cf53447a8" /><Relationship Type="http://schemas.openxmlformats.org/officeDocument/2006/relationships/officeDocument" Target="/ppt/presentation.xml" Id="R2941b38d04d843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9bb3910dc47c4"/>
  </p:sldMasterIdLst>
  <p:notesMasterIdLst>
    <p:notesMasterId xmlns:r="http://schemas.openxmlformats.org/officeDocument/2006/relationships" r:id="R59b89ad499c14ea6"/>
  </p:notesMasterIdLst>
  <p:sldIdLst>
    <p:sldId xmlns:r="http://schemas.openxmlformats.org/officeDocument/2006/relationships" id="256" r:id="R40bd57163e514385"/>
    <p:sldId xmlns:r="http://schemas.openxmlformats.org/officeDocument/2006/relationships" id="257" r:id="Ree039140b76244b9"/>
    <p:sldId xmlns:r="http://schemas.openxmlformats.org/officeDocument/2006/relationships" id="258" r:id="Rdef60ce56c0a4299"/>
    <p:sldId xmlns:r="http://schemas.openxmlformats.org/officeDocument/2006/relationships" id="259" r:id="R095a402bb0fa41c8"/>
    <p:sldId xmlns:r="http://schemas.openxmlformats.org/officeDocument/2006/relationships" id="260" r:id="Rfdaa52fb1f0445cf"/>
    <p:sldId xmlns:r="http://schemas.openxmlformats.org/officeDocument/2006/relationships" id="261" r:id="Rabca387fc98f43d3"/>
    <p:sldId xmlns:r="http://schemas.openxmlformats.org/officeDocument/2006/relationships" id="262" r:id="R62afb764fbc64798"/>
    <p:sldId xmlns:r="http://schemas.openxmlformats.org/officeDocument/2006/relationships" id="263" r:id="Re1b39783f3704b26"/>
    <p:sldId xmlns:r="http://schemas.openxmlformats.org/officeDocument/2006/relationships" id="264" r:id="Rd348d36e5d574a25"/>
    <p:sldId xmlns:r="http://schemas.openxmlformats.org/officeDocument/2006/relationships" id="265" r:id="R400abe9969374888"/>
    <p:sldId xmlns:r="http://schemas.openxmlformats.org/officeDocument/2006/relationships" id="266" r:id="R6405bed579ea45f2"/>
    <p:sldId xmlns:r="http://schemas.openxmlformats.org/officeDocument/2006/relationships" id="267" r:id="R095bb9df017a4c1a"/>
    <p:sldId xmlns:r="http://schemas.openxmlformats.org/officeDocument/2006/relationships" id="268" r:id="Rf2e1df95e04e4351"/>
    <p:sldId xmlns:r="http://schemas.openxmlformats.org/officeDocument/2006/relationships" id="269" r:id="R76433b7c44f04c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bb9ff7c504e60" /><Relationship Type="http://schemas.openxmlformats.org/officeDocument/2006/relationships/slideMaster" Target="/ppt/slideMasters/slideMaster1.xml" Id="Rd269bb3910dc47c4" /><Relationship Type="http://schemas.openxmlformats.org/officeDocument/2006/relationships/notesMaster" Target="/ppt/notesMasters/notesMaster1.xml" Id="R59b89ad499c14ea6" /><Relationship Type="http://schemas.openxmlformats.org/officeDocument/2006/relationships/presProps" Target="/ppt/presProps.xml" Id="R1ee3229ae2274a79" /><Relationship Type="http://schemas.openxmlformats.org/officeDocument/2006/relationships/tableStyles" Target="/ppt/tableStyles.xml" Id="R5dc595913f9f445c" /><Relationship Type="http://schemas.openxmlformats.org/officeDocument/2006/relationships/slide" Target="/ppt/slides/slide1.xml" Id="R40bd57163e514385" /><Relationship Type="http://schemas.openxmlformats.org/officeDocument/2006/relationships/slide" Target="/ppt/slides/slide2.xml" Id="Ree039140b76244b9" /><Relationship Type="http://schemas.openxmlformats.org/officeDocument/2006/relationships/slide" Target="/ppt/slides/slide3.xml" Id="Rdef60ce56c0a4299" /><Relationship Type="http://schemas.openxmlformats.org/officeDocument/2006/relationships/slide" Target="/ppt/slides/slide4.xml" Id="R095a402bb0fa41c8" /><Relationship Type="http://schemas.openxmlformats.org/officeDocument/2006/relationships/slide" Target="/ppt/slides/slide5.xml" Id="Rfdaa52fb1f0445cf" /><Relationship Type="http://schemas.openxmlformats.org/officeDocument/2006/relationships/slide" Target="/ppt/slides/slide6.xml" Id="Rabca387fc98f43d3" /><Relationship Type="http://schemas.openxmlformats.org/officeDocument/2006/relationships/slide" Target="/ppt/slides/slide7.xml" Id="R62afb764fbc64798" /><Relationship Type="http://schemas.openxmlformats.org/officeDocument/2006/relationships/slide" Target="/ppt/slides/slide8.xml" Id="Re1b39783f3704b26" /><Relationship Type="http://schemas.openxmlformats.org/officeDocument/2006/relationships/slide" Target="/ppt/slides/slide9.xml" Id="Rd348d36e5d574a25" /><Relationship Type="http://schemas.openxmlformats.org/officeDocument/2006/relationships/slide" Target="/ppt/slides/slide10.xml" Id="R400abe9969374888" /><Relationship Type="http://schemas.openxmlformats.org/officeDocument/2006/relationships/slide" Target="/ppt/slides/slide11.xml" Id="R6405bed579ea45f2" /><Relationship Type="http://schemas.openxmlformats.org/officeDocument/2006/relationships/slide" Target="/ppt/slides/slide12.xml" Id="R095bb9df017a4c1a" /><Relationship Type="http://schemas.openxmlformats.org/officeDocument/2006/relationships/slide" Target="/ppt/slides/slide13.xml" Id="Rf2e1df95e04e4351" /><Relationship Type="http://schemas.openxmlformats.org/officeDocument/2006/relationships/slide" Target="/ppt/slides/slide14.xml" Id="R76433b7c44f0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6bd53b9edc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bc23190c3495c" /><Relationship Type="http://schemas.openxmlformats.org/officeDocument/2006/relationships/notesMaster" Target="/ppt/notesMasters/notesMaster1.xml" Id="R4b1d5c026fe1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bb3f16a69e4c7f" /><Relationship Type="http://schemas.openxmlformats.org/officeDocument/2006/relationships/notesMaster" Target="/ppt/notesMasters/notesMaster1.xml" Id="Refb65d2285eb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c5d005dfe4803" /><Relationship Type="http://schemas.openxmlformats.org/officeDocument/2006/relationships/notesMaster" Target="/ppt/notesMasters/notesMaster1.xml" Id="R221ab965138c46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6891b3198e4f67" /><Relationship Type="http://schemas.openxmlformats.org/officeDocument/2006/relationships/notesMaster" Target="/ppt/notesMasters/notesMaster1.xml" Id="Rc144d780793645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1b42de61a24040" /><Relationship Type="http://schemas.openxmlformats.org/officeDocument/2006/relationships/notesMaster" Target="/ppt/notesMasters/notesMaster1.xml" Id="Rc4d8b300554b45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3c25129d0b4b0c" /><Relationship Type="http://schemas.openxmlformats.org/officeDocument/2006/relationships/notesMaster" Target="/ppt/notesMasters/notesMaster1.xml" Id="R4dfd4841347e4f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adf8973e3440c5" /><Relationship Type="http://schemas.openxmlformats.org/officeDocument/2006/relationships/notesMaster" Target="/ppt/notesMasters/notesMaster1.xml" Id="Rbc4accfb3ca842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c380f6229459b" /><Relationship Type="http://schemas.openxmlformats.org/officeDocument/2006/relationships/notesMaster" Target="/ppt/notesMasters/notesMaster1.xml" Id="R49b3556849384e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deeaeb09c54482" /><Relationship Type="http://schemas.openxmlformats.org/officeDocument/2006/relationships/notesMaster" Target="/ppt/notesMasters/notesMaster1.xml" Id="Rcdd9e94ba32041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2f39bfb24545e5" /><Relationship Type="http://schemas.openxmlformats.org/officeDocument/2006/relationships/notesMaster" Target="/ppt/notesMasters/notesMaster1.xml" Id="Re212561c69604e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1eb5d28e7d40a2" /><Relationship Type="http://schemas.openxmlformats.org/officeDocument/2006/relationships/notesMaster" Target="/ppt/notesMasters/notesMaster1.xml" Id="Rfcbfb654c8c54d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cbc680c8124e77" /><Relationship Type="http://schemas.openxmlformats.org/officeDocument/2006/relationships/notesMaster" Target="/ppt/notesMasters/notesMaster1.xml" Id="Rc109781220064a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5a219113254847" /><Relationship Type="http://schemas.openxmlformats.org/officeDocument/2006/relationships/notesMaster" Target="/ppt/notesMasters/notesMaster1.xml" Id="R4a35d2057ba442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6f9608d8ab4ebf" /><Relationship Type="http://schemas.openxmlformats.org/officeDocument/2006/relationships/notesMaster" Target="/ppt/notesMasters/notesMaster1.xml" Id="R2509c63ae14d46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cc0520ff140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ec75d1c61f4e8e" /><Relationship Type="http://schemas.openxmlformats.org/officeDocument/2006/relationships/slideLayout" Target="/ppt/slideLayouts/slideLayout1.xml" Id="R4ed38f997cdc41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d38f997cdc41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741ce2ac44fb8" /><Relationship Type="http://schemas.openxmlformats.org/officeDocument/2006/relationships/image" Target="/ppt/media/image.jpeg" Id="R865b8ea5c19c4e45" /><Relationship Type="http://schemas.openxmlformats.org/officeDocument/2006/relationships/image" Target="/ppt/media/image.png" Id="R29216d1b0ea54e7c" /><Relationship Type="http://schemas.openxmlformats.org/officeDocument/2006/relationships/image" Target="/ppt/media/image2.png" Id="R88602647346d498c" /><Relationship Type="http://schemas.openxmlformats.org/officeDocument/2006/relationships/notesSlide" Target="/ppt/notesSlides/notesSlide1.xml" Id="Rf6b3a299696b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568df1f564deb" /><Relationship Type="http://schemas.openxmlformats.org/officeDocument/2006/relationships/chart" Target="/ppt/slides/charts/chart1.xml" Id="R5bd4402b79bf4802" /><Relationship Type="http://schemas.openxmlformats.org/officeDocument/2006/relationships/image" Target="/ppt/media/image3.png" Id="Rf261e94bd96645a9" /><Relationship Type="http://schemas.openxmlformats.org/officeDocument/2006/relationships/notesSlide" Target="/ppt/notesSlides/notesSlide2.xml" Id="Rf1c8e18b1934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a9b2c874d4f68" /><Relationship Type="http://schemas.openxmlformats.org/officeDocument/2006/relationships/image" Target="/ppt/media/image4.png" Id="R7df7495252ab4976" /><Relationship Type="http://schemas.openxmlformats.org/officeDocument/2006/relationships/notesSlide" Target="/ppt/notesSlides/notesSlide3.xml" Id="Re7349b1d3bff4e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44717f72c4348" /><Relationship Type="http://schemas.openxmlformats.org/officeDocument/2006/relationships/image" Target="/ppt/media/image2.jpeg" Id="R2d226c401e7d48f1" /><Relationship Type="http://schemas.openxmlformats.org/officeDocument/2006/relationships/image" Target="/ppt/media/image5.png" Id="R16196617200248a4" /><Relationship Type="http://schemas.openxmlformats.org/officeDocument/2006/relationships/notesSlide" Target="/ppt/notesSlides/notesSlide4.xml" Id="R1c6604249bd5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662166bcf4033" /><Relationship Type="http://schemas.openxmlformats.org/officeDocument/2006/relationships/chart" Target="/ppt/slides/charts/chart2.xml" Id="Rcc891a99202b4e62" /><Relationship Type="http://schemas.openxmlformats.org/officeDocument/2006/relationships/chart" Target="/ppt/slides/charts/chart3.xml" Id="R9179cd2953014157" /><Relationship Type="http://schemas.openxmlformats.org/officeDocument/2006/relationships/image" Target="/ppt/media/image6.png" Id="R9d07a4df26944c0b" /><Relationship Type="http://schemas.openxmlformats.org/officeDocument/2006/relationships/notesSlide" Target="/ppt/notesSlides/notesSlide5.xml" Id="R51ae71eaa8ab4b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71f407d7b4302" /><Relationship Type="http://schemas.openxmlformats.org/officeDocument/2006/relationships/image" Target="/ppt/media/image7.png" Id="R8d847a46954b481f" /><Relationship Type="http://schemas.openxmlformats.org/officeDocument/2006/relationships/notesSlide" Target="/ppt/notesSlides/notesSlide6.xml" Id="Rfb8b3da31b5e47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1afa247fa4855" /><Relationship Type="http://schemas.openxmlformats.org/officeDocument/2006/relationships/image" Target="/ppt/media/image8.png" Id="R16389e290ec249b7" /><Relationship Type="http://schemas.openxmlformats.org/officeDocument/2006/relationships/notesSlide" Target="/ppt/notesSlides/notesSlide7.xml" Id="Rdf30b089f48a4b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30ddc48554eb8" /><Relationship Type="http://schemas.openxmlformats.org/officeDocument/2006/relationships/image" Target="/ppt/media/image9.png" Id="R17f90ed97c164665" /><Relationship Type="http://schemas.openxmlformats.org/officeDocument/2006/relationships/image" Target="/ppt/media/image.svg" Id="R3c752f14e7a241af" /><Relationship Type="http://schemas.openxmlformats.org/officeDocument/2006/relationships/image" Target="/ppt/media/image10.png" Id="Rce6b6dc137a24048" /><Relationship Type="http://schemas.openxmlformats.org/officeDocument/2006/relationships/notesSlide" Target="/ppt/notesSlides/notesSlide8.xml" Id="Rb50c38a188b0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5efb51d804456" /><Relationship Type="http://schemas.openxmlformats.org/officeDocument/2006/relationships/image" Target="/ppt/media/image11.png" Id="R96e12b1da35442d9" /><Relationship Type="http://schemas.openxmlformats.org/officeDocument/2006/relationships/notesSlide" Target="/ppt/notesSlides/notesSlide9.xml" Id="R2a39aa8455b34f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7f5923c8842ad" /><Relationship Type="http://schemas.openxmlformats.org/officeDocument/2006/relationships/image" Target="/ppt/media/image12.png" Id="Rf388d261b1a24017" /><Relationship Type="http://schemas.openxmlformats.org/officeDocument/2006/relationships/notesSlide" Target="/ppt/notesSlides/notesSlide10.xml" Id="R6b180d02192e47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4ff62a33b46ac" /><Relationship Type="http://schemas.openxmlformats.org/officeDocument/2006/relationships/image" Target="/ppt/media/image13.png" Id="Rcda02bb0df894fef" /><Relationship Type="http://schemas.openxmlformats.org/officeDocument/2006/relationships/notesSlide" Target="/ppt/notesSlides/notesSlide11.xml" Id="R2a6591a3124143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d419593b449a9" /><Relationship Type="http://schemas.openxmlformats.org/officeDocument/2006/relationships/image" Target="/ppt/media/image14.png" Id="R8c83cca41ba44e61" /><Relationship Type="http://schemas.openxmlformats.org/officeDocument/2006/relationships/notesSlide" Target="/ppt/notesSlides/notesSlide12.xml" Id="Rc13b37aefd774b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aa51a981045fe" /><Relationship Type="http://schemas.openxmlformats.org/officeDocument/2006/relationships/image" Target="/ppt/media/image15.png" Id="Rbd146fa68a474a94" /><Relationship Type="http://schemas.openxmlformats.org/officeDocument/2006/relationships/notesSlide" Target="/ppt/notesSlides/notesSlide13.xml" Id="Rac46b459471b4c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aeb6d276847fe" /><Relationship Type="http://schemas.openxmlformats.org/officeDocument/2006/relationships/image" Target="/ppt/media/image16.png" Id="R91d2d0ddf6594af9" /><Relationship Type="http://schemas.openxmlformats.org/officeDocument/2006/relationships/notesSlide" Target="/ppt/notesSlides/notesSlide14.xml" Id="R502eac1ea4f24de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405</c:v>
              </c:pt>
              <c:pt idx="1">
                <c:v>559</c:v>
              </c:pt>
              <c:pt idx="2">
                <c:v>596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Mulheres</c:v>
              </c:pt>
              <c:pt idx="1">
                <c:v>Homens</c:v>
              </c:pt>
            </c:strLit>
          </c:cat>
          <c:val>
            <c:numLit>
              <c:formatCode>General</c:formatCode>
              <c:ptCount val="2"/>
              <c:pt idx="0">
                <c:v>52.9</c:v>
              </c:pt>
              <c:pt idx="1">
                <c:v>47.1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Até 5 km</c:v>
              </c:pt>
              <c:pt idx="1">
                <c:v>Acima de 5 km</c:v>
              </c:pt>
            </c:strLit>
          </c:cat>
          <c:val>
            <c:numLit>
              <c:formatCode>General</c:formatCode>
              <c:ptCount val="2"/>
              <c:pt idx="0">
                <c:v>59.1</c:v>
              </c:pt>
              <c:pt idx="1">
                <c:v>40.9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b8ea5c19c4e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2E29C-2957-4D3F-AD94-5B23960B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4B717-ED76-4A01-9AA4-49035B2B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6941-D609-41D7-A5D8-42FD5B61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563100" y="-381000"/>
            <a:ext cx="31432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16d1b0ea54e7c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97043-952A-4225-B1E9-1B387345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02647346d498c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D6F0-59CE-4AC9-98BB-C3A991DE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69739-D851-4536-8B9D-EF785E5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654EE-1866-478F-8F6E-E0C61FD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D1232-6C73-4D70-BA8C-0D244D7D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1AF00-341C-4651-93C6-1D666075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28FB1-D481-4938-9758-01705916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71FA2-E10E-452C-B986-A13A858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CB692-D071-44D9-8040-EA51D05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418260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F20F8-F306-4796-BF96-9E3AA175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9EA71-D8B1-4E31-BF42-03D707CE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F8320-A250-4FD0-9152-758F0C4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EE81-0091-40DF-B426-F1766A86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14E75-B3F5-47E1-950A-F5A835BC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0F8D-AF5F-4811-A097-1A589ADA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FBAA1-5C09-4F8C-84DE-A80CEA1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685C8-3A8D-49E6-9AF7-1EBD2F67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82CA9-297E-4ED8-BC34-2B28595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42428-4788-4EF4-8EFA-25E6BAEB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B66BE-5333-4E1D-ABE9-110B6B3C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06226-B460-4C59-B271-3BA8D7A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d4402b79bf4802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45ABF-1507-4579-8515-4FDB77D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4FA3B-0152-4635-9F4D-A5BA06A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14CCA-E732-44B9-A9F0-40500A30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3A185-83E8-4800-8684-1F612B9E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24697-5C6E-4AAD-AB64-2AE882ED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1e94bd96645a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D49DC-9EBE-4639-B040-595A9F6A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1903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21E80-407E-4DA7-818C-F4EDA09F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E3A3D-DF32-416D-B25E-ABC9C5E2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B94D5-C2FD-4ACB-997D-2F07B92E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7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problema não é falta de números. É falta de contexto sobre o número.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97244-2094-4D5C-964A-2D6D854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o mesmo estado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1B36F-70A8-44C9-93DE-2F14A76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B9076-70D3-4201-AF36-A99F1C0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A006A-D859-4A36-906B-66033ACA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C4734-794D-4D26-AC19-A7F6F750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19B39-4CE1-43A7-AEAE-5E66261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EF642-6C49-4508-B144-4927D977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C9737-BD5B-419C-A43B-81951CE5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124C5-38EA-465D-BBF3-0959015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73911-32D9-4826-A1FB-8EA3C528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A349B-C70B-46A0-BF0B-1715B58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8A9E9-8A62-4499-9939-DC167D9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8F926-413B-4963-9022-E88F2620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CD7E9-B9DC-41CA-9760-ADD9BC50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DEF88-6FD1-45FF-B208-48E788F9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0F477-B6C2-49C8-AD5F-6390C38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409FA-B910-476A-99A5-B3AE0F68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FF2F0-E0DE-40FE-B214-AAD3E7C0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03CB5-3309-4ABF-9007-63926E1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62A1B-C6F6-4675-AF8D-47C295B9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381EB-58D5-456E-A3F8-838F8CCE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DD867-140D-48D9-BDB3-2FE3DD9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BF155-F86F-4ECF-A263-CE0A7313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7495252ab4976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61235-5BC5-4887-9899-CB48C7B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7793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26c401e7d48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435DF-EE48-4DF4-8886-EF4C96B7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E4CFB-42B2-4617-8C18-C3CE334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0AC91-C75E-400E-ACCB-CA972425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DBE1B-330A-42E3-8282-19227D44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começam no resultado, não terminam no cadastro.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06277-28C9-46B7-8BD1-0DBAD53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4A1E2-69BC-474C-82C7-D839B18B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985EA-8190-4A41-84B5-541D60E3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F3DF2-7587-4A22-9F12-1E3A593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66080-F246-4D92-B968-53AC489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08D61-884F-4D1F-AA26-2FD0E97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CC0C4-3B1E-464A-9ADF-7849FD83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B9DF-EC95-4CD9-8BF9-B85C038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70150-39AB-429B-9D1E-F300F892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CEC08-F0B3-4294-902B-F6785148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A8DD3-866F-4D36-AAE4-4B61A3A6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AD0A5-D8EB-4D68-BF42-3DC4062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3D89B-ADB9-408F-BB75-575B753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98B2-E6C8-4972-B184-705539C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15678-3AE4-4540-A687-BE3CDB4C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7FEFD-13C7-4404-A576-41F4151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817F3-D043-4126-B62A-FC0BF75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F1171-70F7-4D64-AF6D-7AB99041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275E1-15F5-4867-9406-3814441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5F45A-0B63-4CCC-884D-D6BD5F38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5BFA8E-1037-46F5-B868-C0E2975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D3AD0-AEC0-443E-8F67-FD46B086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F422D-C171-4199-8060-6D2E169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A0364-A19E-41BA-B4B8-3D3DF2A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FD0E40-17EE-4F7B-ABF8-B130A075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B1C55-65CE-4AAF-916A-7578B00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58726C-2B15-4AD7-B0D8-69BBE92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4A0EAD-4C55-45DA-A685-E36C693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96617200248a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80179-E477-4F4F-B2C0-FF1B7F60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5703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B3FE8-2ED1-46DB-9358-DFA0B47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BD3C-C59A-4E8C-96F6-2FC7ED8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9A0EA-C901-43FC-88F8-B2AAA55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82B09-D0BC-4468-9626-34B11CD5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891a99202b4e6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24F8D-19BC-4E3F-A96D-F00E3CF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1869B-0CAE-4466-94C8-A8BAA589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79cd295301415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1C3C2-A0D4-4CF1-94B4-BDDED38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357C0-7973-4527-9A34-9FB7B57D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A701-3AA8-4927-ADAE-82BC65FD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B0579-91F3-4305-B5FA-9BF44E3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71D95-F6D9-479F-B66D-F19441AE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16BF0-1AB1-4405-8B4B-4B294A29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E00F2-7D04-477A-AC1B-477D0B7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1CC16-5FB6-4E91-8A53-24DB6D9C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362BE-99DB-4B6F-ACFF-2152227E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76963-F49F-4A78-AE78-7BA0A71D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8DC0E-6520-40E2-80ED-444D5B02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95AC5-98F7-4205-B41F-48E52F7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FAD92-B839-426C-917A-4CBF76DE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a4df26944c0b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F6621-2A1A-4B47-8665-6808CED9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5206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9F2423-3873-4ACC-89FB-F88C345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E0139-6754-4D6B-8314-0F41D5AC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B7F6D-75A6-4095-8AD0-4DB4E5A6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uma plataforma anual, não uma cobertura eventual.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D75ED-B927-4F09-9093-EBEBC386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5486-BB48-4BFD-8D34-EA809231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DAEB7-BBE9-47C0-86CE-1956691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997BA-322C-45AF-813C-E689487D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97A37-7A07-4E91-8A16-01F0D74D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1160D-757E-4910-AC78-C37EAFF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24318-7ABD-4D19-81F1-87B9746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C1C9A-9B5D-4C7B-9311-0283DB7C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44A9E-2076-42C4-A6E1-C910B68C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68490-EFE4-4FCA-B2EF-167EFC9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CA19A-D7EB-46F9-B68F-C9CC9CDC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6DFB7-61C7-41E3-AA24-2A7E0D9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91166-A7FC-4BEC-BEB4-2A699A2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55D9B-AC7B-4ADF-92D8-4DC1C60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64E90-576F-4A07-96C1-7EC6762C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2B1BA-7F8A-4688-ADD0-31909D5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B9EE1-4E3E-4FC1-9C92-31091E84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601A4-5052-498E-B89C-1333B91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ADA6B-2547-4A85-8561-B4128EE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EDD49-5DE5-450D-9B0D-1B211B7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66BFB-FE32-4042-BAE0-B65D086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C747A-46FE-4458-8170-1B126AA0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631D4-01C7-45BD-BB53-853CECC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75959-220B-4E7F-93F7-C6BACD87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5BDD4A-0CF5-491D-B6E8-03D0689D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17905-DCF9-4FEF-9001-8E2BE27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43575"/>
            <a:ext cx="8115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0455DD-B881-4023-BB1C-39C77C9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48350"/>
            <a:ext cx="769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8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AAE6C-F89E-493C-B6F4-173DBEE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47a46954b481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E93D1-C8FC-44BC-A5AC-86DC69FA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65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EC4F46-3CD4-4CE2-9DB9-6A50ACD1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C6195-2F10-4B81-9B41-79D9257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B7294-469B-4928-88DB-5DAEB756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8A27C-0CF3-461D-9FC5-D8A545E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E1BB6-49E3-4A29-8DE6-B46A3216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082A8-582F-4F34-B587-3EADA13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B5766-9688-49BB-A2E9-40E7711A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4B83E-6FE8-45E2-B886-ED988194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CAE64-46CB-480B-A1EE-4BF3A55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D8EAC-A246-4722-AEEE-36969590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02215-F8CF-4E0F-8E33-7D41C176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CD087-D26C-474F-98FF-819D7006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C8593-29A1-427F-B5E2-BC97B5B2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2799F-AA20-4459-897B-B4B69B56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B99FC-25E8-468F-BA97-DE82ACC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4C164-EDB4-4D1E-9522-85C1598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EED7B-2F38-42EB-B89C-1BCF784B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B0085-D113-486B-ACFC-A3BDCB6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81F3D-05B4-44BF-9958-F7E78E1C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61F84-F33E-4ECC-B8F8-57D2F5A1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9E1D4-C868-4CE5-8A62-CAEF6B47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AFD6F-C0BB-4AE8-9C56-404CF22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2CBE7-7C98-4F94-B3E7-ECF75F64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C66BA-6FB2-44BD-8C13-EF5FBD5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1C14F-DC98-4510-9979-3290777A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EF9E5-2268-4DB3-B51D-C4FB6788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0C8BC-4026-4E80-9692-D6B54FAC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A12623-AD66-46AA-B1A5-FA56C0F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48699-9D15-4101-AFB3-136ADF3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E7107-F86A-4DB8-B066-9B9C0A31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B96C6D-F86A-49A1-88C2-99C1482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6AFD38-079E-493F-B4C1-21EC0918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C7A6F-6CD2-41EC-ACFE-CDC65CF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521C89-7BBA-4A6A-8CE1-9FD21DED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FCBF18-02BA-46DA-97C6-E640035B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2FF63A-5708-4610-A476-02DADF8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BC7D0-77BA-4C4B-8215-C9939E56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B55125-BF94-40A4-926D-CC99071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ABD26-6238-4FC1-AE78-3DE1CEC3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C16127-D7D2-4190-BC1B-A59B3384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240C65-40F3-4666-ABA4-0792A48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104952-B745-4169-83F4-64337DE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1F87E-B59F-4C23-8FA8-7FFD07C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4104D2-A895-4D13-9EF0-2D3BFBE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0145CB-208A-4943-8DDB-BDDAD0B1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E14E4A-86AC-4E9B-84FA-8A756873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deixa de ser evento pontual e vira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DECE96-97B5-45F6-9204-DB2B3DD3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89e290ec249b7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C218A5-B7EA-42CF-B8DB-1C7DA92F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8550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24D601-A492-44B3-8372-553629F9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616D2-63C7-4103-9871-E770192E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842CC-C93A-4CCA-8724-F177414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7FF17-1790-4C88-971B-7CF4545C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EC45F-2D34-4C30-AB1A-E0B20A2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96C14-DF44-45A1-9431-509AFE3A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AC140-2A74-43BD-BD86-53D11F3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62296-A906-44BA-9D63-835251D9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90ed97c164665">
            <a:extLst>
              <a:ext uri="{96DAC541-7B7A-43D3-8B79-37D633B846F1}">
                <asvg:svgBlip xmlns:asvg="http://schemas.microsoft.com/office/drawing/2016/SVG/main" r:embed="R3c752f14e7a241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" y="2943225"/>
            <a:ext cx="1066800" cy="1028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1207C-0F41-4DD9-92A9-80B936B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111DA-C95F-4490-A7AA-B560A8B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972DE-DC81-49F3-9AF8-7C4C7402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A27AF-3CB1-420A-A537-E5EF4BA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52FD1-B572-4D84-BCEF-C1028759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D031A-0D89-4550-9C1C-D455E9BA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1F4CA-1FD1-4C28-9227-977ED04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37DA1-740A-4FF7-8D75-5E17A3F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4E5F0-C8D4-4698-AB9C-9D1384F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B6B97-9D7F-4A2D-855F-7091986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A9F7D-4641-48DF-B49E-DDCE4B2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6B7CA-68C2-433F-BBA7-FD268C1C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A4735-CF07-4A2B-BDCA-57FCED26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936B5-B0CE-4E6A-8993-0BAD774E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FC387-780F-41A9-94A7-CB6A3B8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1E142-AD1A-4924-BAAC-C9DC955C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DDF5E-3A88-46FE-88C4-EAB9CF43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042E0-C1AC-4F34-AEA4-FB4D205E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85778-B70C-4A29-809D-8E90B81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F50AF-35CC-49FA-A567-8312E86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14C06-4313-4DBE-BA47-87044E4A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AB3489-CA01-448B-A70E-B96CEEB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8A1F23-1082-4BCA-B2CC-CEAC993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24879-65B1-47DA-A44A-73E45B02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BD61BA-3C41-42D0-8C4E-4F8E3AB4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2D0F3-F423-4553-B659-D2BDB298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23F25-F2EB-4B89-8743-74602171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854D10-6F60-4BCE-A213-3648CFD5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E4C758-39B7-46DA-8C88-BBEA215D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92FF4C-1115-47D3-9355-0DA0B51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CB163F-D468-4B24-B06B-C94D5A1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D0AE2-A7B2-47F8-A84E-BC3A0E39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4A1EF4-009C-4846-B113-DE4F0CE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68C509-A32D-4468-A028-6658A95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68C3D2-9831-4FC7-98D2-EA6488D7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FBCE70-F88F-4762-9D39-E753E13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596F73-27C1-4A53-B084-74C9AB6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3831EF-F213-4459-8D5D-919CB06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439AEF-49E9-4A94-99D1-94357532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b6dc137a2404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0032FE-A91D-45D8-82AC-D5B2AB7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6787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F5886-43AB-4962-993E-74FE770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5D0C6-B911-4B1B-9577-0027C6A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A67E2-5949-4435-8C6C-10AEFC47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24C8F-E4D3-46F4-BEFE-71B8DF06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D29B6-6852-4FDB-8BDE-6E8FAD11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29216-AD42-47FA-A82D-91CADE3D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2D0D6-8906-44F4-81F9-EA03D672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D9F4C-9D90-4F7A-BDB0-BE428466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A24A1-561F-4E02-830C-6C7A1D8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F62F3-85A1-4C41-8608-A5396F2F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ACF96-FCD7-4D58-8C47-37E637CA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8E469-7DB6-4170-B79C-D7B353B4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FEED6-4D95-4660-BA56-6987FC1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F62F7-FC14-4ADD-8137-3A5BE98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42904-D24B-4380-9FD0-60AE5F5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083FB-B3E8-4E97-A65D-9DFA56F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37981-7C09-4F8C-9A75-5DBD8E07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A666B-5B91-404F-8345-9934851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A7FC3-9602-4130-AE4A-A8360035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F3971-7FBD-47E4-B9AE-59B3EA0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7F5F6-990D-4C24-8D64-0B244327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977B5-9DBE-4345-8EAC-B57DEDB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FEC63-EBC2-4FF7-B31A-7091104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F7198-DC46-44B9-A463-F5ACC11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B622E-DD08-4086-B0E7-AD170945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67359-79B6-47D4-A12F-A7E1D6CD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E8BFA-243A-497B-80DA-308FCBD9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CB2DA-C9CA-4B1F-8424-B8DE740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B1AC4-F528-4DE3-B48F-A1B17EC7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D97DC-242F-461B-BBB8-C2C593A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EB20C-5316-49FB-A8CF-3D28CADD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D485D6-15E9-432B-8685-B95F3B08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1413F-4C49-40B5-880F-6525445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9DA01F-9630-409C-A530-0461C077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4EE48-22AD-4F79-918B-3F1A2F59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F01D05-0DBB-4658-A16A-B82326E7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554337-161D-48FD-BE72-F6C352CD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100755-CCF9-4026-AA9B-928E78A1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F8A78-16F9-409B-9160-2A9F172A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AD4132-7FE9-4D19-877B-DA9536E8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12b1da35442d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B602B5-E274-4709-8B9F-015002D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6505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C60DAB-9396-42E0-B325-B388BE9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3EA32-673D-47AF-84CB-7C8968A3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56006-A121-454D-9E8B-33909A36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EEFC9-B57B-430B-AC2D-68505BF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57EBE-C05A-4DC3-B704-FFBB9BCD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22C12-BA68-4929-B7F8-7885372E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B2E84-BE71-426B-A89E-611500E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BFEF6-5C4B-4734-A8D7-E4FBCF6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CA3DE-46D9-4978-AC4F-B642EB92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206E4-B263-4C40-878B-0AD22066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F5F04-5FE3-46B9-95A6-A4CD6375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13180-EE00-4C2C-91B6-97CCD87D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B9661-F50D-4B18-B363-2F9B871C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C7694-7528-466D-ABAC-37BA50F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4A0F4-185C-4B4D-8172-114B92F6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61660-CEF8-4D74-A7E1-4F54A67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78177-B6A0-4D59-A5EA-01A314E2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024DE-4F0B-47B7-9346-0045718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3C933-94CD-46BE-939D-6B3A59EF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3B9C8-4986-4FAB-8C97-2491127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63A79-EF4E-4764-89D8-0069C885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17421-23F1-4648-B031-0057A55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21977-2D41-469C-A1A1-F5788AB1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2EBBC-2ED4-4D23-8D89-5811E5CF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46F87-086E-41BE-AF7B-8E9D985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8414E-E025-4098-B713-F4F8C837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74BFF-FA37-4B3E-B27B-169E4BB4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767D9-F19D-437A-B54E-183ED1A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DBD53-E475-401D-954D-F88CE64F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083A14-D46F-4122-B760-0589D7D8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B73D4E-8311-4C60-A4DB-41405C6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759E8-7983-4CD3-892F-1DE8B1F5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0FCEC6-62BF-4E32-9A78-56C3A10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5AA45-B264-45D6-970B-0AC279BC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2E0459-5AC3-4F63-8B95-056F3A9A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89B305-DAE1-42CB-B4AB-F2DE8A3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E2E969-30EB-4E43-86EE-A68DD70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E9EDF0-A6FD-4CA0-9129-2E186527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6B73F2-5DAD-4BAB-92F4-E8BE26F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094E8-2089-4673-B73F-5C473F2E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B285B5-1CB7-47C1-A231-D5E3FE1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16E105-3467-413E-9B49-9CA4241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4A7342-B09F-43DF-8769-43425D5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8D3CEC-6149-4BCD-87F5-364778FB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E348F0-B163-401C-BFA0-04B04A74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3E1CD8-B86F-4AD6-BCC2-E8699DD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E24DB4-41E0-4A48-95F5-4EA1BD2A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E48BCE-2C5E-4E08-AB30-CFF074F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96C47C-A4B2-4B23-9296-62D539D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3E5866-EF9F-4DC1-9B29-25201A92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EDDD3D-1EE5-46D0-B1B2-4872587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747A8-9CF0-4ABB-BA60-A169F23F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42A27C-7C28-447B-A312-5204C0D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B42A3-8E68-47C5-86E3-887C4619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938779-5191-440F-AF96-8FF61145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601A3A-D831-4376-A79F-FEAA1913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F1E36E-E72B-43CE-92F2-EA2DAE5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8d261b1a24017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739362-34D1-42BF-B032-1E77E401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42938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8CDCC-C89B-4873-B89D-84C880EF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55C77-8954-4046-AD69-BDC3A7B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334500" y="-666750"/>
            <a:ext cx="36195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9614-E757-41B4-B424-732D109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-666750" y="6096000"/>
            <a:ext cx="40005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E9874-02AD-448E-A6BE-1DFA567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FE8E4-EEF4-4EF9-AF7F-AE0AAD69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84E3-6292-4F72-95C1-0B387A1F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BCA70-101F-43CA-BA3B-52F6B93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63D15-3DD1-422F-8A84-EBB607BD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3C2CB-8CC2-425C-8B33-3EA1CA7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1D65E-2ED1-4497-A29A-D5DB35BF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4BE49-5EE5-4E43-A67F-03C545C2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2B2B5-4990-43A9-B559-8B777F63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A48E0-FBD5-49CC-9542-A5E3E816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4B8C8-844B-4E65-A5AE-69B59A35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518F5-B954-41F4-9EBC-AFB1F24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AF890-DC9D-404B-954E-286092AD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9BA45-6044-442E-9395-9AEFA34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F1744-BC20-41BF-91F5-FA5D6A99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B9970-FA82-4184-ACC3-F6381D16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BB6C6-CEF5-4499-99AB-516508A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7DB59-727C-4A89-85F1-4DB82121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DC60D-4C0C-4A29-BDE5-91A74464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2BF73-0503-4486-9143-84E889A3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73F62-688E-4ED1-BCFF-7D9ECDF3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02bb0df894fef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BDC9F-DAF6-466E-9CF2-691516B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8925329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70903D-4403-4B13-93F3-533A5FC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C82E9-6D81-486E-ACCB-769F2C39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0422D-BC9D-4C24-B4D1-DB68E05C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C34AC-2C04-4A74-A8BA-CF588A00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023F1-4868-4C67-ADA5-0CA3170A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F89D6-B71D-4FD4-AFDD-9D97EEFC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39FE8-B25F-41C9-A410-DDEF3AD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16906-38CE-4B0A-BCFD-CD49F088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CA498-E11B-40C4-8F7A-145F0C0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870A4-BF37-4E2F-A5CD-289130F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A8B9A-3DE1-4C1B-A151-C9748757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0A45F-42F5-40BE-9305-5402371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2D9AA-FDBD-48C3-8F6B-BF6C6331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6B2A0-7898-44EB-8ABE-74C550E3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BB905-F0B5-4065-8BC7-1EBC215E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5A421-9D8A-488D-AC58-110A162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50EF6-6CE1-4577-ACFD-B32DB8D4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6B5E3-C15B-47C7-A43D-C84B1F5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C87BA-A430-4453-AD79-2A952282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096AB-A8C2-4E15-9A27-946F9B4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CFD7D-632A-4EFC-BB22-ACC2BB4A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2ADA6-201C-4907-9C45-430F1C0A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1BA77-F76C-4A38-876C-CDBBB92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5A0F8-02E2-497B-B18A-32FCADE1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6BD91-9D4F-48A5-ABE2-FACA0D6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2FDD0-E24D-43C9-AD80-D1346E36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7E502-FC28-47E3-B2CA-3FC27DE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3cca41ba44e61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141DE-3ADE-4020-8E82-7C54C618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7594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C5C357-CB0B-4CFE-B903-B75D300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7C772-7612-4DAD-9617-B2A4215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36C74-20F2-4A70-8B0A-7E4036E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AFA49-739A-4A15-AD11-2D38768B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7CD41-389E-48CB-886D-2DC32612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7DB71-29F2-4B4F-8608-F54C4B81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64B18-0B6C-4C10-9679-B3D9F63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B7D4-AA68-4DC7-ADEB-ED4480D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F3C3C-2CDE-4DB4-8DA6-6F0C8AB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E18B7-A640-47F7-9DD0-996CF97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AFF70-2898-4838-A327-313A587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7B90E-70D9-4F4A-971B-C2B552D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B38FD-FF24-4E1A-90B1-A6293485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B5010-291C-4BFE-B041-4CCA5BE8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BD2B4-1499-4745-A6E7-8FC11C94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A1D26-32D6-4D12-AFC6-31A1B559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DEBAF-FA9F-43B1-B64D-2C852DE8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9DC6B-D2B9-4CB9-A0DA-0446CFAF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833E4-ECD1-44BC-BBBC-A83EFC01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7B61D-B44E-4873-85C6-76C3E9D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5AF67-CC0F-4BDD-92C5-49142CE9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F5CE8-BCFB-474E-BB34-9058E73A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3B574-E030-4846-BC49-B54F8FF4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3BC32-E30C-4373-A4A0-255B1B64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96D8E-21A6-47B1-8BD1-C55851D9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7C6F4-84E5-4129-B076-19BE4363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0E47A-DBC7-4122-A68A-0A6F36B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E2C74D-3BBD-4512-8811-EC90647F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A1A89-D757-47A6-B0B5-D552A2E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A7D95-9679-44DE-8DED-35297F38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7D7AD-A861-4FB3-8503-46BD304D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8E35A9-0E2C-4458-8B39-25A32D9C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1248EF-F18D-4E50-A918-219716DF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3F3A8-9C38-49FB-94BA-0337D785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B37A9-E9BC-47D3-B64D-D3958170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D5B34-2E25-4DE7-847D-DDBD340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8C78B3-BD42-416F-AA6C-515B0453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279A95-E1D2-422B-81A4-B447FE2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C43FE4-DE55-4445-AC3A-2F6716D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BFC72-1177-4C87-82DD-F2D1CC7D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BCD728-6A6F-44FD-BE0A-7F7797B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EE2A36-8DF9-4640-BE9F-B80A9805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é parte do produto, não apenas uma etapa de revisão.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EF6370-31D3-482E-80A6-01C3CB15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46fa68a474a9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56E732-0061-43C1-B5E6-6EB8B20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682629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4C40A8-B6DC-4B5C-B45B-3C845E2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0719F-9713-41E1-ABB0-C9DD9EB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1D405-0D7D-4C23-AC59-1182AA63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9B29C-0B85-49A9-A837-FFDC1C45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405CD-52B0-4A79-8C6D-8C94D61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D658E-660F-4670-854C-20DC5A2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0DBCC-7B6F-4A3E-8EDD-1701F38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0C48A-B073-4210-928A-8F49BEE9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C9FB9-65D7-4EBC-BB55-95AC86D2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A4ECE-D214-4D0C-8CAE-1267CD3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204FD-659E-47E4-9C85-D7A1515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E5884-25F3-46C7-8B24-EB92FBD3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33CA7-9D1D-4280-944E-9429F31A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AEE3-A3D4-4292-99A4-6C560334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99F3F-3128-47E8-9972-BED5FE97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A56FC-4384-4A7A-B4D5-4C421A4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E6942-0B59-48AB-83DD-ACB3A1AD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E11D1-D52D-4E10-9651-2DC795F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4E7FC-B9A8-4C54-9C8E-5F980D7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B3FE2-186A-4D4E-914E-113B18D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3419B-CAE0-42E4-8633-87BA339F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1BC96-FA05-40F6-A561-394188F3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DF59F-C9BD-407E-96EE-EF73A1F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FC2DF-5DDC-4A0B-B8D2-416635C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FFAD6-E87D-445E-858A-2E579365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0A277-A4CB-4E62-B54D-F98416B3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971AA2-DFA0-44F4-9C48-1F330388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681B1-FD7C-4966-82C4-0B601479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42106E-C3A1-4051-B356-A7BD055C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D5EA1-96EE-47C8-9FDF-D2B0DC9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2FB17-1DE3-4621-9E78-76AD7134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84441-46C1-4925-8389-79E02E9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661D52-46EE-4FFA-AF53-78F5364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C40ED-510B-4AB1-A24B-E5F402BF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são medidas de universos distintos. A proposta usa a diferença para defender contexto metodológico, não para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831A8B-3B4B-4EB6-87D2-D13DA3F0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2d0ddf6594af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41993A-844E-43B3-964D-DDD0EDE8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8804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2026-09-10T15:32:48.2150000Z</dcterms:created>
  <dcterms:modified xsi:type="dcterms:W3CDTF">2026-09-10T15:32:48.2150000Z</dcterms:modified>
</coreProperties>
</file>